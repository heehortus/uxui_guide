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82" r:id="rId2"/>
    <p:sldId id="284" r:id="rId3"/>
    <p:sldId id="280" r:id="rId4"/>
    <p:sldId id="276" r:id="rId5"/>
    <p:sldId id="285" r:id="rId6"/>
  </p:sldIdLst>
  <p:sldSz cx="12192000" cy="6858000"/>
  <p:notesSz cx="6858000" cy="9144000"/>
  <p:embeddedFontLst>
    <p:embeddedFont>
      <p:font typeface="Noto Sans KR" panose="020B0200000000000000" pitchFamily="34" charset="-128"/>
      <p:regular r:id="rId8"/>
      <p:bold r:id="rId9"/>
    </p:embeddedFont>
    <p:embeddedFont>
      <p:font typeface="Noto Sans KR ExtraBold" panose="020B0200000000000000" pitchFamily="34" charset="-128"/>
      <p:bold r:id="rId10"/>
    </p:embeddedFont>
    <p:embeddedFont>
      <p:font typeface="Noto Sans KR Light" panose="020B0200000000000000" pitchFamily="34" charset="-128"/>
      <p:regular r:id="rId11"/>
    </p:embeddedFont>
    <p:embeddedFont>
      <p:font typeface="Noto Sans KR SemiBold" panose="020B0200000000000000" pitchFamily="34" charset="-128"/>
      <p:regular r:id="rId12"/>
      <p:bold r:id="rId1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E5E5"/>
    <a:srgbClr val="C4C4C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392" y="1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8CB5F2A8-B277-4AF5-AD54-2502EB36651B}" type="datetimeFigureOut">
              <a:rPr lang="ko-KR" altLang="en-US" smtClean="0"/>
              <a:pPr/>
              <a:t>2025. 11. 25.</a:t>
            </a:fld>
            <a:endParaRPr lang="ko-KR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8A45E6D3-1C4F-457E-9059-EA814E6F1ED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3586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26427-2608-4CB6-BE86-2E9D482D05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CA7274-97DE-4B5B-817F-31F81FFC29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0FFE7-B1BF-4A0A-858D-52E648A46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017-B1E6-44AF-AE9B-06A887B8B200}" type="datetimeFigureOut">
              <a:rPr lang="ko-KR" altLang="en-US" smtClean="0"/>
              <a:t>2025. 11. 25.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ABA96-D118-4833-B220-51A13E85D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EF9AB-E912-4A07-AA32-9B31558D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C13-3CA2-4071-9DBF-2C05346E23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739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B1059-0F6F-418E-B4D1-39D85C2FA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7BFA5-AE6D-42D7-8520-94EE0E293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834F5-6C53-421C-88EA-C952A22DF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017-B1E6-44AF-AE9B-06A887B8B200}" type="datetimeFigureOut">
              <a:rPr lang="ko-KR" altLang="en-US" smtClean="0"/>
              <a:t>2025. 11. 25.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CE6F4-19D4-42BC-BFFF-310B9E2A4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29CF0-16D9-4C7A-8DFA-3C5E4A434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C13-3CA2-4071-9DBF-2C05346E23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138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E5F4F-7E10-4EEC-858B-9F18DA78A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545A7-F4DF-408A-8E4F-8C54CC9D2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B634A-298A-4244-B650-C7F46DD5E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017-B1E6-44AF-AE9B-06A887B8B200}" type="datetimeFigureOut">
              <a:rPr lang="ko-KR" altLang="en-US" smtClean="0"/>
              <a:t>2025. 11. 25.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2A8B3-D18E-4C7F-B383-C4C69AC10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69B8B-0D86-4EC1-9DAA-5E0279C2F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C13-3CA2-4071-9DBF-2C05346E23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905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451F6-7FE3-4EAB-BF82-7597B3F7B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237CA-84C0-4484-9FE0-AB5EC8E287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28D7C6-AFCF-4CD5-BCAF-54BC90605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DCA3A-466B-4E18-B6BB-9AF0ADEEE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017-B1E6-44AF-AE9B-06A887B8B200}" type="datetimeFigureOut">
              <a:rPr lang="ko-KR" altLang="en-US" smtClean="0"/>
              <a:t>2025. 11. 25.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D52836-2EC1-4303-A67E-6C01813E3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EA831-5135-4ECA-90A4-5EE4B1B09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C13-3CA2-4071-9DBF-2C05346E23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139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04731-56F7-46B2-BA24-7F7B07ED7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82253-C977-4862-BCA5-7A050D5CD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5F772F-2665-4E46-8091-BEDA6FED1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BB05A7-F390-4054-8B13-CB287E5D41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5FB85A-A2AA-44ED-8560-ED773BE601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C25AAB-053C-461F-8505-2EE427518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017-B1E6-44AF-AE9B-06A887B8B200}" type="datetimeFigureOut">
              <a:rPr lang="ko-KR" altLang="en-US" smtClean="0"/>
              <a:t>2025. 11. 25.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E6438-7162-405A-A7BB-FCB884E8C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2EB77D-4CA6-4505-B4E1-3EBAE05BE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C13-3CA2-4071-9DBF-2C05346E23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15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D97B9-4A90-495B-9436-1D9C672E3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27F95-920D-4814-9246-CAB4AD63A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017-B1E6-44AF-AE9B-06A887B8B200}" type="datetimeFigureOut">
              <a:rPr lang="ko-KR" altLang="en-US" smtClean="0"/>
              <a:t>2025. 11. 25.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F30842-B655-4A02-AFE2-D70CB8FDF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76F3CE-AAA5-42D1-BC99-AED336B46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C13-3CA2-4071-9DBF-2C05346E23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875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55D475-6D91-462C-B6DE-01782C549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017-B1E6-44AF-AE9B-06A887B8B200}" type="datetimeFigureOut">
              <a:rPr lang="ko-KR" altLang="en-US" smtClean="0"/>
              <a:t>2025. 11. 25.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4428D7-1EB0-4D47-BDF4-A028A322C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2D09A-A41F-4676-BDCA-2C0DB5B04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C13-3CA2-4071-9DBF-2C05346E23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9275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D7CA5-3002-43FD-BB13-CB5EFF683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FF575-CBC7-4714-90CC-356861EFE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B2F69E-0C4B-4D16-884C-8E1C271C4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468E1-47D4-4B5C-B971-F4052D43A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017-B1E6-44AF-AE9B-06A887B8B200}" type="datetimeFigureOut">
              <a:rPr lang="ko-KR" altLang="en-US" smtClean="0"/>
              <a:t>2025. 11. 25.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227316-1F36-451F-8BC3-61D3EE90E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F621B-D872-4FD7-B419-D29A036B6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C13-3CA2-4071-9DBF-2C05346E23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70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4AA01-652D-4F46-9A89-C7C424A1A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9CFB2-8D0C-48AA-BBB7-5D505F0D54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4D9B5-B0E7-491E-ADDE-516DD1272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5E289-AFEC-4D53-9420-C9BB7B09B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017-B1E6-44AF-AE9B-06A887B8B200}" type="datetimeFigureOut">
              <a:rPr lang="ko-KR" altLang="en-US" smtClean="0"/>
              <a:t>2025. 11. 25.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4C344-C2EF-4C68-AA2D-B2E8A6F91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991636-FB83-4000-969E-4C891DEC4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C13-3CA2-4071-9DBF-2C05346E23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580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6AA35-5901-404E-9957-385598306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8057F9-F154-4209-91B6-A1BE31D3A2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C7EA7-95D2-4D01-AF42-E2BC3A369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017-B1E6-44AF-AE9B-06A887B8B200}" type="datetimeFigureOut">
              <a:rPr lang="ko-KR" altLang="en-US" smtClean="0"/>
              <a:t>2025. 11. 25.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D4B17-2860-4176-A497-E2D857AD5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7ACDD-F805-4717-A767-72C030A88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C13-3CA2-4071-9DBF-2C05346E23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507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99E1A-4E81-4D3B-BFCE-25B61F6D8A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2629C5-3013-4F2B-A0F0-5E55C3D7D8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63A70-E265-41B1-97D3-AB09A1A47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017-B1E6-44AF-AE9B-06A887B8B200}" type="datetimeFigureOut">
              <a:rPr lang="ko-KR" altLang="en-US" smtClean="0"/>
              <a:t>2025. 11. 25.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05E1F-1558-47A0-B93F-5091FA8A0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8C62F-EDEA-4140-9E46-78EF69731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C13-3CA2-4071-9DBF-2C05346E23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908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FB7836-3427-43E0-B654-D7C52806E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4E9F7-9405-4954-8089-9A778677E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ko-KR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80404-8445-4B92-9F89-458EE2378E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8E0017-B1E6-44AF-AE9B-06A887B8B200}" type="datetimeFigureOut">
              <a:rPr lang="ko-KR" altLang="en-US" smtClean="0"/>
              <a:pPr/>
              <a:t>2025. 11. 25.</a:t>
            </a:fld>
            <a:endParaRPr lang="ko-KR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08802-1690-4C12-BAE1-3BE9CBDCF8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AB8E2-7B00-4949-91A8-5BE7C78DD7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B526BC13-3CA2-4071-9DBF-2C05346E23D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5484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35D775-DBBE-F472-20AD-E94FBDDB0EA7}"/>
              </a:ext>
            </a:extLst>
          </p:cNvPr>
          <p:cNvSpPr txBox="1"/>
          <p:nvPr/>
        </p:nvSpPr>
        <p:spPr>
          <a:xfrm>
            <a:off x="453708" y="370836"/>
            <a:ext cx="7553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UXUI </a:t>
            </a:r>
            <a:r>
              <a:rPr lang="ko-KR" altLang="en-US" sz="2800" dirty="0">
                <a:solidFill>
                  <a:schemeClr val="bg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기획의뢰서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011D9A-32E6-965C-9EB4-9769FA756B28}"/>
              </a:ext>
            </a:extLst>
          </p:cNvPr>
          <p:cNvSpPr txBox="1"/>
          <p:nvPr/>
        </p:nvSpPr>
        <p:spPr>
          <a:xfrm>
            <a:off x="453708" y="974843"/>
            <a:ext cx="7553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WEB </a:t>
            </a:r>
            <a:r>
              <a: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홈페이지</a:t>
            </a:r>
          </a:p>
        </p:txBody>
      </p:sp>
    </p:spTree>
    <p:extLst>
      <p:ext uri="{BB962C8B-B14F-4D97-AF65-F5344CB8AC3E}">
        <p14:creationId xmlns:p14="http://schemas.microsoft.com/office/powerpoint/2010/main" val="1014165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B87B749F-00E7-C44A-9AA6-59494C6997FD}"/>
              </a:ext>
            </a:extLst>
          </p:cNvPr>
          <p:cNvSpPr/>
          <p:nvPr/>
        </p:nvSpPr>
        <p:spPr>
          <a:xfrm>
            <a:off x="279400" y="649510"/>
            <a:ext cx="8686504" cy="59417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스토리보드는 가장 중요한 구획으로</a:t>
            </a:r>
            <a:endParaRPr lang="en-US" altLang="ko-KR" sz="16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페이지에 담길 원하시는 요소들에 대해</a:t>
            </a:r>
            <a:r>
              <a:rPr lang="en-US" altLang="ko-KR" sz="16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게재해주셔야</a:t>
            </a:r>
            <a:r>
              <a:rPr lang="ko-KR" altLang="en-US" sz="16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합니다</a:t>
            </a:r>
            <a:r>
              <a:rPr lang="en-US" altLang="ko-KR" sz="16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algn="ctr">
              <a:lnSpc>
                <a:spcPct val="120000"/>
              </a:lnSpc>
            </a:pPr>
            <a:endParaRPr lang="en-US" altLang="ko-KR" sz="16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작성해주신 내용들을 기반으로 </a:t>
            </a:r>
            <a:r>
              <a:rPr lang="ko-KR" altLang="en-US" sz="16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알파브라더스와</a:t>
            </a:r>
            <a:r>
              <a:rPr lang="ko-KR" altLang="en-US" sz="16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협의하며</a:t>
            </a:r>
            <a:endParaRPr lang="en-US" altLang="ko-KR" sz="16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필요 콘텐츠에 대해 </a:t>
            </a:r>
            <a:r>
              <a:rPr lang="ko-KR" altLang="en-US" sz="16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디벨롭이</a:t>
            </a:r>
            <a:r>
              <a:rPr lang="ko-KR" altLang="en-US" sz="16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예정되어있습니다</a:t>
            </a:r>
            <a:r>
              <a:rPr lang="en-US" altLang="ko-KR" sz="16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algn="ctr">
              <a:lnSpc>
                <a:spcPct val="120000"/>
              </a:lnSpc>
            </a:pPr>
            <a:endParaRPr lang="en-US" altLang="ko-KR" sz="16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작성법 참고 </a:t>
            </a:r>
            <a:r>
              <a:rPr lang="en-US" altLang="ko-KR" sz="1200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: 3, 4</a:t>
            </a:r>
            <a:r>
              <a:rPr lang="ko-KR" altLang="en-US" sz="1200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번 슬라이드</a:t>
            </a:r>
            <a:endParaRPr lang="en-US" altLang="ko-KR" sz="1200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B2D95CF-53D0-8BF4-264E-75652F653FDB}"/>
              </a:ext>
            </a:extLst>
          </p:cNvPr>
          <p:cNvSpPr/>
          <p:nvPr/>
        </p:nvSpPr>
        <p:spPr>
          <a:xfrm>
            <a:off x="121920" y="129540"/>
            <a:ext cx="11948160" cy="29718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071C610A-CC20-0C2E-1F16-AA26390A13DE}"/>
              </a:ext>
            </a:extLst>
          </p:cNvPr>
          <p:cNvSpPr/>
          <p:nvPr/>
        </p:nvSpPr>
        <p:spPr>
          <a:xfrm>
            <a:off x="121920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23D16F-F058-6F03-8906-28BC705277CE}"/>
              </a:ext>
            </a:extLst>
          </p:cNvPr>
          <p:cNvSpPr txBox="1"/>
          <p:nvPr/>
        </p:nvSpPr>
        <p:spPr>
          <a:xfrm>
            <a:off x="174308" y="147757"/>
            <a:ext cx="778192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5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구분</a:t>
            </a:r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14897D7E-0CC6-24DB-F9BC-0833938338AC}"/>
              </a:ext>
            </a:extLst>
          </p:cNvPr>
          <p:cNvSpPr/>
          <p:nvPr/>
        </p:nvSpPr>
        <p:spPr>
          <a:xfrm>
            <a:off x="10550043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32D458-F8C7-8465-8E5E-BC694A650B78}"/>
              </a:ext>
            </a:extLst>
          </p:cNvPr>
          <p:cNvSpPr txBox="1"/>
          <p:nvPr/>
        </p:nvSpPr>
        <p:spPr>
          <a:xfrm>
            <a:off x="10602431" y="139630"/>
            <a:ext cx="778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페이지</a:t>
            </a:r>
          </a:p>
        </p:txBody>
      </p:sp>
      <p:sp>
        <p:nvSpPr>
          <p:cNvPr id="10" name="Slide Number Placeholder 17">
            <a:extLst>
              <a:ext uri="{FF2B5EF4-FFF2-40B4-BE49-F238E27FC236}">
                <a16:creationId xmlns:a16="http://schemas.microsoft.com/office/drawing/2014/main" id="{C615001D-1883-26E2-4B58-2BA4F693B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675" y="139631"/>
            <a:ext cx="522924" cy="273190"/>
          </a:xfrm>
        </p:spPr>
        <p:txBody>
          <a:bodyPr/>
          <a:lstStyle/>
          <a:p>
            <a:fld id="{B526BC13-3CA2-4071-9DBF-2C05346E23DC}" type="slidenum">
              <a:rPr lang="ko-KR" altLang="en-US">
                <a:solidFill>
                  <a:schemeClr val="tx1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pPr/>
              <a:t>2</a:t>
            </a:fld>
            <a:endParaRPr lang="ko-KR" altLang="en-US" dirty="0">
              <a:solidFill>
                <a:schemeClr val="tx1"/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11" name="Rectangle 23">
            <a:extLst>
              <a:ext uri="{FF2B5EF4-FFF2-40B4-BE49-F238E27FC236}">
                <a16:creationId xmlns:a16="http://schemas.microsoft.com/office/drawing/2014/main" id="{4351F67A-A0E5-36FA-B5A5-D5F0FA251377}"/>
              </a:ext>
            </a:extLst>
          </p:cNvPr>
          <p:cNvSpPr/>
          <p:nvPr/>
        </p:nvSpPr>
        <p:spPr>
          <a:xfrm>
            <a:off x="9237442" y="535686"/>
            <a:ext cx="2832638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A8C0A8-CBA7-716C-1992-49A9E5F52059}"/>
              </a:ext>
            </a:extLst>
          </p:cNvPr>
          <p:cNvSpPr txBox="1"/>
          <p:nvPr/>
        </p:nvSpPr>
        <p:spPr>
          <a:xfrm>
            <a:off x="9577484" y="547860"/>
            <a:ext cx="2152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DESCRIPTIONS</a:t>
            </a:r>
            <a:endParaRPr lang="ko-KR" altLang="en-US" sz="12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graphicFrame>
        <p:nvGraphicFramePr>
          <p:cNvPr id="14" name="Table 27">
            <a:extLst>
              <a:ext uri="{FF2B5EF4-FFF2-40B4-BE49-F238E27FC236}">
                <a16:creationId xmlns:a16="http://schemas.microsoft.com/office/drawing/2014/main" id="{56DAE649-68DF-D061-CEDB-A9EB5D9E06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998274"/>
              </p:ext>
            </p:extLst>
          </p:nvPr>
        </p:nvGraphicFramePr>
        <p:xfrm>
          <a:off x="9237441" y="832866"/>
          <a:ext cx="2832637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009">
                  <a:extLst>
                    <a:ext uri="{9D8B030D-6E8A-4147-A177-3AD203B41FA5}">
                      <a16:colId xmlns:a16="http://schemas.microsoft.com/office/drawing/2014/main" val="3443435038"/>
                    </a:ext>
                  </a:extLst>
                </a:gridCol>
                <a:gridCol w="2373628">
                  <a:extLst>
                    <a:ext uri="{9D8B030D-6E8A-4147-A177-3AD203B41FA5}">
                      <a16:colId xmlns:a16="http://schemas.microsoft.com/office/drawing/2014/main" val="12043491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공통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286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396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437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8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774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5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68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6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371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7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590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8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440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9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59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10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130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11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946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12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041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13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478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14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337121"/>
                  </a:ext>
                </a:extLst>
              </a:tr>
            </a:tbl>
          </a:graphicData>
        </a:graphic>
      </p:graphicFrame>
      <p:sp>
        <p:nvSpPr>
          <p:cNvPr id="15" name="Rectangle 20">
            <a:extLst>
              <a:ext uri="{FF2B5EF4-FFF2-40B4-BE49-F238E27FC236}">
                <a16:creationId xmlns:a16="http://schemas.microsoft.com/office/drawing/2014/main" id="{26FDE538-723C-7EBA-19D1-81975CF32A3A}"/>
              </a:ext>
            </a:extLst>
          </p:cNvPr>
          <p:cNvSpPr/>
          <p:nvPr/>
        </p:nvSpPr>
        <p:spPr>
          <a:xfrm>
            <a:off x="121920" y="535686"/>
            <a:ext cx="8993602" cy="619618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327D9B2-4B45-9C8C-C699-AC65E0ADFD95}"/>
              </a:ext>
            </a:extLst>
          </p:cNvPr>
          <p:cNvSpPr/>
          <p:nvPr/>
        </p:nvSpPr>
        <p:spPr>
          <a:xfrm>
            <a:off x="121920" y="139630"/>
            <a:ext cx="871061" cy="2870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Rectangle 13">
            <a:extLst>
              <a:ext uri="{FF2B5EF4-FFF2-40B4-BE49-F238E27FC236}">
                <a16:creationId xmlns:a16="http://schemas.microsoft.com/office/drawing/2014/main" id="{DB1A1E56-CE2C-6C04-8360-82D169260EE6}"/>
              </a:ext>
            </a:extLst>
          </p:cNvPr>
          <p:cNvSpPr/>
          <p:nvPr/>
        </p:nvSpPr>
        <p:spPr>
          <a:xfrm>
            <a:off x="902509" y="649510"/>
            <a:ext cx="2651522" cy="42999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진행 원하시는 페이지의 이름 또는</a:t>
            </a:r>
            <a:endParaRPr lang="en-US" altLang="ko-KR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섹션의 이름을 작성해주세요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7138AEDB-3E4C-1710-CCF3-58A62911B255}"/>
              </a:ext>
            </a:extLst>
          </p:cNvPr>
          <p:cNvCxnSpPr>
            <a:cxnSpLocks/>
            <a:stCxn id="19" idx="2"/>
            <a:endCxn id="20" idx="1"/>
          </p:cNvCxnSpPr>
          <p:nvPr/>
        </p:nvCxnSpPr>
        <p:spPr>
          <a:xfrm rot="16200000" flipH="1">
            <a:off x="511087" y="473083"/>
            <a:ext cx="437786" cy="345058"/>
          </a:xfrm>
          <a:prstGeom prst="bentConnector2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914F2E8-B809-6B68-2EC9-DDD94954034D}"/>
              </a:ext>
            </a:extLst>
          </p:cNvPr>
          <p:cNvSpPr/>
          <p:nvPr/>
        </p:nvSpPr>
        <p:spPr>
          <a:xfrm>
            <a:off x="9243955" y="547861"/>
            <a:ext cx="2826124" cy="41712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Rectangle 13">
            <a:extLst>
              <a:ext uri="{FF2B5EF4-FFF2-40B4-BE49-F238E27FC236}">
                <a16:creationId xmlns:a16="http://schemas.microsoft.com/office/drawing/2014/main" id="{0918668B-2B28-86A6-5AAF-22A4F6138A60}"/>
              </a:ext>
            </a:extLst>
          </p:cNvPr>
          <p:cNvSpPr/>
          <p:nvPr/>
        </p:nvSpPr>
        <p:spPr>
          <a:xfrm>
            <a:off x="9327998" y="5131817"/>
            <a:ext cx="2651522" cy="6394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설명단은 왼쪽의 스토리보드에 관해</a:t>
            </a:r>
            <a:b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부가적인 설명을 하는 곳입니다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b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해당 설명이 상세할 수록 좋습니다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843B7E4B-096B-CAA1-0F9C-AD47903A7276}"/>
              </a:ext>
            </a:extLst>
          </p:cNvPr>
          <p:cNvCxnSpPr>
            <a:cxnSpLocks/>
            <a:stCxn id="35" idx="2"/>
            <a:endCxn id="37" idx="0"/>
          </p:cNvCxnSpPr>
          <p:nvPr/>
        </p:nvCxnSpPr>
        <p:spPr>
          <a:xfrm flipH="1">
            <a:off x="10653759" y="4719067"/>
            <a:ext cx="3258" cy="412750"/>
          </a:xfrm>
          <a:prstGeom prst="lin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Rectangle 12">
            <a:extLst>
              <a:ext uri="{FF2B5EF4-FFF2-40B4-BE49-F238E27FC236}">
                <a16:creationId xmlns:a16="http://schemas.microsoft.com/office/drawing/2014/main" id="{557ECD9F-CDE3-A614-9CA5-4D6019D53B37}"/>
              </a:ext>
            </a:extLst>
          </p:cNvPr>
          <p:cNvSpPr/>
          <p:nvPr/>
        </p:nvSpPr>
        <p:spPr>
          <a:xfrm>
            <a:off x="2729389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F5783A-450B-63E7-31BB-90E537E46BEF}"/>
              </a:ext>
            </a:extLst>
          </p:cNvPr>
          <p:cNvSpPr txBox="1"/>
          <p:nvPr/>
        </p:nvSpPr>
        <p:spPr>
          <a:xfrm>
            <a:off x="2775839" y="151506"/>
            <a:ext cx="778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외부 경로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154D4E7-A41D-EEFE-EE71-08369C02500C}"/>
              </a:ext>
            </a:extLst>
          </p:cNvPr>
          <p:cNvSpPr/>
          <p:nvPr/>
        </p:nvSpPr>
        <p:spPr>
          <a:xfrm>
            <a:off x="2729389" y="126125"/>
            <a:ext cx="871061" cy="2971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E23FF735-DE38-E8CD-A469-DB441EDC90D6}"/>
              </a:ext>
            </a:extLst>
          </p:cNvPr>
          <p:cNvSpPr/>
          <p:nvPr/>
        </p:nvSpPr>
        <p:spPr>
          <a:xfrm>
            <a:off x="4675338" y="649510"/>
            <a:ext cx="2651522" cy="42999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페이지에서 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CTA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버튼이나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링크로</a:t>
            </a:r>
            <a:b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연결 될 외부 페이지를 작성해주세요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27299DE7-DB3F-8498-AE98-AC1AA3A2B639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3600450" y="274715"/>
            <a:ext cx="1074888" cy="58979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752302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F88520-AF1D-4978-8CCB-D75B5A6E5277}"/>
              </a:ext>
            </a:extLst>
          </p:cNvPr>
          <p:cNvSpPr/>
          <p:nvPr/>
        </p:nvSpPr>
        <p:spPr>
          <a:xfrm>
            <a:off x="121920" y="129540"/>
            <a:ext cx="11948160" cy="29718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BE45B3-2200-43D0-BC1D-306D90FBED30}"/>
              </a:ext>
            </a:extLst>
          </p:cNvPr>
          <p:cNvSpPr/>
          <p:nvPr/>
        </p:nvSpPr>
        <p:spPr>
          <a:xfrm>
            <a:off x="121920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8E02B7-FC26-49C2-9359-A9B0964DBED5}"/>
              </a:ext>
            </a:extLst>
          </p:cNvPr>
          <p:cNvSpPr txBox="1"/>
          <p:nvPr/>
        </p:nvSpPr>
        <p:spPr>
          <a:xfrm>
            <a:off x="174308" y="139630"/>
            <a:ext cx="778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화면 명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9039FC-42FD-4198-B470-6E68F950137A}"/>
              </a:ext>
            </a:extLst>
          </p:cNvPr>
          <p:cNvSpPr/>
          <p:nvPr/>
        </p:nvSpPr>
        <p:spPr>
          <a:xfrm>
            <a:off x="2729389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C97611-2048-43D4-9744-E24AD916273A}"/>
              </a:ext>
            </a:extLst>
          </p:cNvPr>
          <p:cNvSpPr/>
          <p:nvPr/>
        </p:nvSpPr>
        <p:spPr>
          <a:xfrm>
            <a:off x="10550043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D42F84-10AF-4819-BF89-14DD0F050865}"/>
              </a:ext>
            </a:extLst>
          </p:cNvPr>
          <p:cNvSpPr txBox="1"/>
          <p:nvPr/>
        </p:nvSpPr>
        <p:spPr>
          <a:xfrm>
            <a:off x="10602431" y="139630"/>
            <a:ext cx="778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페이지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4D7DE56-6A1C-42B3-B99F-FC4D8CF3D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675" y="139631"/>
            <a:ext cx="522924" cy="273190"/>
          </a:xfrm>
        </p:spPr>
        <p:txBody>
          <a:bodyPr/>
          <a:lstStyle/>
          <a:p>
            <a:fld id="{B526BC13-3CA2-4071-9DBF-2C05346E23DC}" type="slidenum">
              <a:rPr lang="ko-KR" altLang="en-US">
                <a:solidFill>
                  <a:schemeClr val="tx1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pPr/>
              <a:t>3</a:t>
            </a:fld>
            <a:endParaRPr lang="ko-KR" altLang="en-US" dirty="0">
              <a:solidFill>
                <a:schemeClr val="tx1"/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4F43A3-8C34-44E4-8B33-2606E969DCA3}"/>
              </a:ext>
            </a:extLst>
          </p:cNvPr>
          <p:cNvSpPr/>
          <p:nvPr/>
        </p:nvSpPr>
        <p:spPr>
          <a:xfrm>
            <a:off x="9237442" y="535686"/>
            <a:ext cx="2832638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CE7F26-49B1-4D08-934E-B962752A3DD1}"/>
              </a:ext>
            </a:extLst>
          </p:cNvPr>
          <p:cNvSpPr txBox="1"/>
          <p:nvPr/>
        </p:nvSpPr>
        <p:spPr>
          <a:xfrm>
            <a:off x="9577484" y="547860"/>
            <a:ext cx="2152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DESCRIPTIONS</a:t>
            </a:r>
            <a:endParaRPr lang="ko-KR" altLang="en-US" sz="12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graphicFrame>
        <p:nvGraphicFramePr>
          <p:cNvPr id="27" name="Table 27">
            <a:extLst>
              <a:ext uri="{FF2B5EF4-FFF2-40B4-BE49-F238E27FC236}">
                <a16:creationId xmlns:a16="http://schemas.microsoft.com/office/drawing/2014/main" id="{CDF26648-3C28-41C1-BBF8-A385550147AD}"/>
              </a:ext>
            </a:extLst>
          </p:cNvPr>
          <p:cNvGraphicFramePr>
            <a:graphicFrameLocks noGrp="1"/>
          </p:cNvGraphicFramePr>
          <p:nvPr/>
        </p:nvGraphicFramePr>
        <p:xfrm>
          <a:off x="9237441" y="832866"/>
          <a:ext cx="2832637" cy="4033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009">
                  <a:extLst>
                    <a:ext uri="{9D8B030D-6E8A-4147-A177-3AD203B41FA5}">
                      <a16:colId xmlns:a16="http://schemas.microsoft.com/office/drawing/2014/main" val="3443435038"/>
                    </a:ext>
                  </a:extLst>
                </a:gridCol>
                <a:gridCol w="2373628">
                  <a:extLst>
                    <a:ext uri="{9D8B030D-6E8A-4147-A177-3AD203B41FA5}">
                      <a16:colId xmlns:a16="http://schemas.microsoft.com/office/drawing/2014/main" val="12043491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공통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286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페이지 하단에 아이콘을 추가해 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클릭시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 외부 링크로 이동됩니다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.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396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437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8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774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5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68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6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371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7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590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8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440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9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59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10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130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11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946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12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041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13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478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14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337121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3BFE11B5-F96F-4BC6-B0C7-107F836989FD}"/>
              </a:ext>
            </a:extLst>
          </p:cNvPr>
          <p:cNvSpPr/>
          <p:nvPr/>
        </p:nvSpPr>
        <p:spPr>
          <a:xfrm>
            <a:off x="121920" y="535686"/>
            <a:ext cx="8993602" cy="619618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5E4DFE-9D1D-7054-A8CD-A60B3BA77298}"/>
              </a:ext>
            </a:extLst>
          </p:cNvPr>
          <p:cNvSpPr txBox="1"/>
          <p:nvPr/>
        </p:nvSpPr>
        <p:spPr>
          <a:xfrm>
            <a:off x="1045368" y="139630"/>
            <a:ext cx="1643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메뉴구조도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EE1AF8-8F64-16BC-BBAA-7B07E66CDD32}"/>
              </a:ext>
            </a:extLst>
          </p:cNvPr>
          <p:cNvSpPr txBox="1"/>
          <p:nvPr/>
        </p:nvSpPr>
        <p:spPr>
          <a:xfrm>
            <a:off x="2775839" y="151506"/>
            <a:ext cx="778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화면 경로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548A832-17D2-0BB6-638B-82F951D366E0}"/>
              </a:ext>
            </a:extLst>
          </p:cNvPr>
          <p:cNvCxnSpPr>
            <a:cxnSpLocks/>
            <a:stCxn id="12" idx="2"/>
            <a:endCxn id="38" idx="0"/>
          </p:cNvCxnSpPr>
          <p:nvPr/>
        </p:nvCxnSpPr>
        <p:spPr>
          <a:xfrm flipH="1">
            <a:off x="4616093" y="2014955"/>
            <a:ext cx="2629" cy="14340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2F4D8CE-6AE5-051D-7821-9F8972FC0FCD}"/>
              </a:ext>
            </a:extLst>
          </p:cNvPr>
          <p:cNvCxnSpPr>
            <a:cxnSpLocks/>
          </p:cNvCxnSpPr>
          <p:nvPr/>
        </p:nvCxnSpPr>
        <p:spPr>
          <a:xfrm>
            <a:off x="1168877" y="2816541"/>
            <a:ext cx="0" cy="8826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730D808C-666E-9C5B-1DA6-EA30EA86F7B6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6343643" y="2816541"/>
            <a:ext cx="1" cy="63246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8DEE690-DB3B-AC76-887D-606A5E213743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8068565" y="2816541"/>
            <a:ext cx="1" cy="6308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92C8AEC-D239-FCE2-8E1B-F16C6D240FA0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2893800" y="2816541"/>
            <a:ext cx="0" cy="167946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27A8DDA-D141-21AB-CC4F-D9838E560144}"/>
              </a:ext>
            </a:extLst>
          </p:cNvPr>
          <p:cNvSpPr/>
          <p:nvPr/>
        </p:nvSpPr>
        <p:spPr>
          <a:xfrm>
            <a:off x="3276810" y="1517785"/>
            <a:ext cx="2683823" cy="4971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알파브라더스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94D8D95-6EC9-ED17-3CFA-951A0C7E6ED5}"/>
              </a:ext>
            </a:extLst>
          </p:cNvPr>
          <p:cNvSpPr/>
          <p:nvPr/>
        </p:nvSpPr>
        <p:spPr>
          <a:xfrm>
            <a:off x="423773" y="2398817"/>
            <a:ext cx="1490209" cy="41772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About Us</a:t>
            </a:r>
            <a:endParaRPr lang="ko-KR" altLang="en-US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C5A53C8-D27C-6221-2D2C-63C01EB624A4}"/>
              </a:ext>
            </a:extLst>
          </p:cNvPr>
          <p:cNvSpPr/>
          <p:nvPr/>
        </p:nvSpPr>
        <p:spPr>
          <a:xfrm>
            <a:off x="2148695" y="2398817"/>
            <a:ext cx="1490209" cy="41772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Products</a:t>
            </a:r>
            <a:endParaRPr lang="ko-KR" altLang="en-US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9F6133B-EBF2-DCC0-EF95-F7FF62B79E73}"/>
              </a:ext>
            </a:extLst>
          </p:cNvPr>
          <p:cNvSpPr/>
          <p:nvPr/>
        </p:nvSpPr>
        <p:spPr>
          <a:xfrm>
            <a:off x="3873617" y="2398817"/>
            <a:ext cx="1490209" cy="41772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Community</a:t>
            </a:r>
            <a:endParaRPr lang="ko-KR" altLang="en-US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8ABD59E-3515-EFD7-8CE8-6B51510A6B39}"/>
              </a:ext>
            </a:extLst>
          </p:cNvPr>
          <p:cNvSpPr/>
          <p:nvPr/>
        </p:nvSpPr>
        <p:spPr>
          <a:xfrm>
            <a:off x="5598539" y="2398817"/>
            <a:ext cx="1490209" cy="41772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CS</a:t>
            </a:r>
            <a:endParaRPr lang="ko-KR" altLang="en-US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45402C0-1EBC-3B18-D3B6-2D5B46EA8FEE}"/>
              </a:ext>
            </a:extLst>
          </p:cNvPr>
          <p:cNvSpPr/>
          <p:nvPr/>
        </p:nvSpPr>
        <p:spPr>
          <a:xfrm>
            <a:off x="7323461" y="2398817"/>
            <a:ext cx="1490209" cy="41772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인스타그램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AA83F20-3466-1D82-C1C7-27100F15FA16}"/>
              </a:ext>
            </a:extLst>
          </p:cNvPr>
          <p:cNvSpPr/>
          <p:nvPr/>
        </p:nvSpPr>
        <p:spPr>
          <a:xfrm>
            <a:off x="423773" y="2925507"/>
            <a:ext cx="1490209" cy="417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스토리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34DD754-9567-54C1-402A-1BB86189B2F5}"/>
              </a:ext>
            </a:extLst>
          </p:cNvPr>
          <p:cNvSpPr/>
          <p:nvPr/>
        </p:nvSpPr>
        <p:spPr>
          <a:xfrm>
            <a:off x="423773" y="3449007"/>
            <a:ext cx="1490209" cy="417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연혁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89C4A9D-10AD-7A41-7EAD-3003581CF0E2}"/>
              </a:ext>
            </a:extLst>
          </p:cNvPr>
          <p:cNvSpPr/>
          <p:nvPr/>
        </p:nvSpPr>
        <p:spPr>
          <a:xfrm>
            <a:off x="2148695" y="2925507"/>
            <a:ext cx="1490209" cy="417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카테고리 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AFF00E2-8CB1-D191-9FC4-7FE5F6473181}"/>
              </a:ext>
            </a:extLst>
          </p:cNvPr>
          <p:cNvSpPr/>
          <p:nvPr/>
        </p:nvSpPr>
        <p:spPr>
          <a:xfrm>
            <a:off x="2148695" y="3449007"/>
            <a:ext cx="1490209" cy="417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카테고리 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4D36571-B6C0-FFD2-0A54-32FF3438BD95}"/>
              </a:ext>
            </a:extLst>
          </p:cNvPr>
          <p:cNvSpPr/>
          <p:nvPr/>
        </p:nvSpPr>
        <p:spPr>
          <a:xfrm>
            <a:off x="2148695" y="3972507"/>
            <a:ext cx="1490209" cy="417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카테고리 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5E2898A-9D9D-DBB2-A193-A4C0E8A882E5}"/>
              </a:ext>
            </a:extLst>
          </p:cNvPr>
          <p:cNvSpPr/>
          <p:nvPr/>
        </p:nvSpPr>
        <p:spPr>
          <a:xfrm>
            <a:off x="2148695" y="4496007"/>
            <a:ext cx="1490209" cy="417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카테고리 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A68259C-7620-B848-22C4-8AAC25E82B73}"/>
              </a:ext>
            </a:extLst>
          </p:cNvPr>
          <p:cNvSpPr/>
          <p:nvPr/>
        </p:nvSpPr>
        <p:spPr>
          <a:xfrm>
            <a:off x="3870988" y="2925507"/>
            <a:ext cx="1490209" cy="417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칼럼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AFF5424-513B-1FA7-80DF-01FAA7BE0BC3}"/>
              </a:ext>
            </a:extLst>
          </p:cNvPr>
          <p:cNvSpPr/>
          <p:nvPr/>
        </p:nvSpPr>
        <p:spPr>
          <a:xfrm>
            <a:off x="3870988" y="3449007"/>
            <a:ext cx="1490209" cy="417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리뷰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8BCEDEE-BA77-341D-6D37-941A1DAA166E}"/>
              </a:ext>
            </a:extLst>
          </p:cNvPr>
          <p:cNvSpPr/>
          <p:nvPr/>
        </p:nvSpPr>
        <p:spPr>
          <a:xfrm>
            <a:off x="5598539" y="2925507"/>
            <a:ext cx="1490209" cy="417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1:1 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문의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EEDAB95-8271-6488-9678-E2A641583081}"/>
              </a:ext>
            </a:extLst>
          </p:cNvPr>
          <p:cNvSpPr/>
          <p:nvPr/>
        </p:nvSpPr>
        <p:spPr>
          <a:xfrm>
            <a:off x="5598539" y="3449007"/>
            <a:ext cx="1490209" cy="417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FAQ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2DDCB6BB-CBEF-C337-2CDF-F8306D4EBB60}"/>
              </a:ext>
            </a:extLst>
          </p:cNvPr>
          <p:cNvCxnSpPr>
            <a:cxnSpLocks/>
            <a:stCxn id="14" idx="0"/>
            <a:endCxn id="22" idx="0"/>
          </p:cNvCxnSpPr>
          <p:nvPr/>
        </p:nvCxnSpPr>
        <p:spPr>
          <a:xfrm rot="5400000" flipH="1" flipV="1">
            <a:off x="4618722" y="-1051027"/>
            <a:ext cx="12700" cy="6899688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1965D01-D48D-635C-4850-1F1F5EEFC35A}"/>
              </a:ext>
            </a:extLst>
          </p:cNvPr>
          <p:cNvSpPr/>
          <p:nvPr/>
        </p:nvSpPr>
        <p:spPr>
          <a:xfrm>
            <a:off x="7323461" y="2925507"/>
            <a:ext cx="1490209" cy="41772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블로그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C6B7925-2CCB-E013-DA07-ABD5BC610F14}"/>
              </a:ext>
            </a:extLst>
          </p:cNvPr>
          <p:cNvSpPr/>
          <p:nvPr/>
        </p:nvSpPr>
        <p:spPr>
          <a:xfrm>
            <a:off x="7323461" y="3447412"/>
            <a:ext cx="1490209" cy="41772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페이스북</a:t>
            </a:r>
          </a:p>
        </p:txBody>
      </p:sp>
      <p:sp>
        <p:nvSpPr>
          <p:cNvPr id="55" name="Oval 6">
            <a:extLst>
              <a:ext uri="{FF2B5EF4-FFF2-40B4-BE49-F238E27FC236}">
                <a16:creationId xmlns:a16="http://schemas.microsoft.com/office/drawing/2014/main" id="{E9ABB486-0598-2CF8-D9B2-224DD877D15B}"/>
              </a:ext>
            </a:extLst>
          </p:cNvPr>
          <p:cNvSpPr/>
          <p:nvPr/>
        </p:nvSpPr>
        <p:spPr>
          <a:xfrm>
            <a:off x="7882714" y="1958936"/>
            <a:ext cx="353746" cy="35374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1</a:t>
            </a:r>
            <a:endParaRPr lang="ko-KR" altLang="en-US" sz="1400" dirty="0">
              <a:solidFill>
                <a:schemeClr val="bg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2" name="Rectangle 13">
            <a:extLst>
              <a:ext uri="{FF2B5EF4-FFF2-40B4-BE49-F238E27FC236}">
                <a16:creationId xmlns:a16="http://schemas.microsoft.com/office/drawing/2014/main" id="{6F817521-CD16-7178-898C-0DE9A0D6D1B3}"/>
              </a:ext>
            </a:extLst>
          </p:cNvPr>
          <p:cNvSpPr/>
          <p:nvPr/>
        </p:nvSpPr>
        <p:spPr>
          <a:xfrm>
            <a:off x="121920" y="535686"/>
            <a:ext cx="2026444" cy="36671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예시입니다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9444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0">
            <a:extLst>
              <a:ext uri="{FF2B5EF4-FFF2-40B4-BE49-F238E27FC236}">
                <a16:creationId xmlns:a16="http://schemas.microsoft.com/office/drawing/2014/main" id="{C81C040F-D0A9-68AB-8FE6-65A08770EC4E}"/>
              </a:ext>
            </a:extLst>
          </p:cNvPr>
          <p:cNvSpPr/>
          <p:nvPr/>
        </p:nvSpPr>
        <p:spPr>
          <a:xfrm>
            <a:off x="121920" y="535686"/>
            <a:ext cx="8993602" cy="619618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83C6F70-C292-312B-51F1-1F14DF7F6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42" y="1454355"/>
            <a:ext cx="5354331" cy="432957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9F88520-AF1D-4978-8CCB-D75B5A6E5277}"/>
              </a:ext>
            </a:extLst>
          </p:cNvPr>
          <p:cNvSpPr/>
          <p:nvPr/>
        </p:nvSpPr>
        <p:spPr>
          <a:xfrm>
            <a:off x="121920" y="129540"/>
            <a:ext cx="11948160" cy="29718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BE45B3-2200-43D0-BC1D-306D90FBED30}"/>
              </a:ext>
            </a:extLst>
          </p:cNvPr>
          <p:cNvSpPr/>
          <p:nvPr/>
        </p:nvSpPr>
        <p:spPr>
          <a:xfrm>
            <a:off x="121920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9039FC-42FD-4198-B470-6E68F950137A}"/>
              </a:ext>
            </a:extLst>
          </p:cNvPr>
          <p:cNvSpPr/>
          <p:nvPr/>
        </p:nvSpPr>
        <p:spPr>
          <a:xfrm>
            <a:off x="2729389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C97611-2048-43D4-9744-E24AD916273A}"/>
              </a:ext>
            </a:extLst>
          </p:cNvPr>
          <p:cNvSpPr/>
          <p:nvPr/>
        </p:nvSpPr>
        <p:spPr>
          <a:xfrm>
            <a:off x="10550043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D42F84-10AF-4819-BF89-14DD0F050865}"/>
              </a:ext>
            </a:extLst>
          </p:cNvPr>
          <p:cNvSpPr txBox="1"/>
          <p:nvPr/>
        </p:nvSpPr>
        <p:spPr>
          <a:xfrm>
            <a:off x="10602431" y="139630"/>
            <a:ext cx="778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페이지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4D7DE56-6A1C-42B3-B99F-FC4D8CF3D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675" y="139631"/>
            <a:ext cx="522924" cy="273190"/>
          </a:xfrm>
        </p:spPr>
        <p:txBody>
          <a:bodyPr/>
          <a:lstStyle/>
          <a:p>
            <a:fld id="{B526BC13-3CA2-4071-9DBF-2C05346E23DC}" type="slidenum">
              <a:rPr lang="ko-KR" altLang="en-US">
                <a:solidFill>
                  <a:schemeClr val="tx1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pPr/>
              <a:t>4</a:t>
            </a:fld>
            <a:endParaRPr lang="ko-KR" altLang="en-US" dirty="0">
              <a:solidFill>
                <a:schemeClr val="tx1"/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4F43A3-8C34-44E4-8B33-2606E969DCA3}"/>
              </a:ext>
            </a:extLst>
          </p:cNvPr>
          <p:cNvSpPr/>
          <p:nvPr/>
        </p:nvSpPr>
        <p:spPr>
          <a:xfrm>
            <a:off x="9237442" y="535686"/>
            <a:ext cx="2832638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CE7F26-49B1-4D08-934E-B962752A3DD1}"/>
              </a:ext>
            </a:extLst>
          </p:cNvPr>
          <p:cNvSpPr txBox="1"/>
          <p:nvPr/>
        </p:nvSpPr>
        <p:spPr>
          <a:xfrm>
            <a:off x="9577484" y="547860"/>
            <a:ext cx="2152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DESCRIPTIONS</a:t>
            </a:r>
            <a:endParaRPr lang="ko-KR" altLang="en-US" sz="12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graphicFrame>
        <p:nvGraphicFramePr>
          <p:cNvPr id="27" name="Table 27">
            <a:extLst>
              <a:ext uri="{FF2B5EF4-FFF2-40B4-BE49-F238E27FC236}">
                <a16:creationId xmlns:a16="http://schemas.microsoft.com/office/drawing/2014/main" id="{CDF26648-3C28-41C1-BBF8-A38555014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862151"/>
              </p:ext>
            </p:extLst>
          </p:nvPr>
        </p:nvGraphicFramePr>
        <p:xfrm>
          <a:off x="9237441" y="832866"/>
          <a:ext cx="2832637" cy="40333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009">
                  <a:extLst>
                    <a:ext uri="{9D8B030D-6E8A-4147-A177-3AD203B41FA5}">
                      <a16:colId xmlns:a16="http://schemas.microsoft.com/office/drawing/2014/main" val="3443435038"/>
                    </a:ext>
                  </a:extLst>
                </a:gridCol>
                <a:gridCol w="2373628">
                  <a:extLst>
                    <a:ext uri="{9D8B030D-6E8A-4147-A177-3AD203B41FA5}">
                      <a16:colId xmlns:a16="http://schemas.microsoft.com/office/drawing/2014/main" val="12043491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공통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286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타이틀 변경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-&gt; 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윈썸은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 고객과의 소통의 새로운 지표를 열고자 합니다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396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포트폴리오 섹션은 삭제해주세요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.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437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8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774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5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68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6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371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7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590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8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440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9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59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10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130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11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946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12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041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13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478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14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33712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B5E4DFE-9D1D-7054-A8CD-A60B3BA77298}"/>
              </a:ext>
            </a:extLst>
          </p:cNvPr>
          <p:cNvSpPr txBox="1"/>
          <p:nvPr/>
        </p:nvSpPr>
        <p:spPr>
          <a:xfrm>
            <a:off x="1045368" y="139630"/>
            <a:ext cx="1643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메인페이지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28E82C1-88FE-A997-F48C-94A298AE7CCF}"/>
              </a:ext>
            </a:extLst>
          </p:cNvPr>
          <p:cNvSpPr/>
          <p:nvPr/>
        </p:nvSpPr>
        <p:spPr>
          <a:xfrm>
            <a:off x="2399878" y="2030309"/>
            <a:ext cx="353746" cy="35374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1</a:t>
            </a:r>
            <a:endParaRPr lang="ko-KR" altLang="en-US" sz="1200" dirty="0">
              <a:solidFill>
                <a:schemeClr val="bg1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02160A6-EC27-47A0-5645-6CC50DF22F06}"/>
              </a:ext>
            </a:extLst>
          </p:cNvPr>
          <p:cNvSpPr/>
          <p:nvPr/>
        </p:nvSpPr>
        <p:spPr>
          <a:xfrm>
            <a:off x="3600450" y="3895176"/>
            <a:ext cx="353746" cy="35374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2</a:t>
            </a:r>
            <a:endParaRPr lang="ko-KR" altLang="en-US" sz="1200" dirty="0">
              <a:solidFill>
                <a:schemeClr val="bg1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2FCE6492-8649-B860-5488-2ADE863372BE}"/>
              </a:ext>
            </a:extLst>
          </p:cNvPr>
          <p:cNvSpPr/>
          <p:nvPr/>
        </p:nvSpPr>
        <p:spPr>
          <a:xfrm>
            <a:off x="121920" y="535686"/>
            <a:ext cx="2026444" cy="36671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예시입니다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F3CCC7-082B-9432-71B0-51E8C2ADA11D}"/>
              </a:ext>
            </a:extLst>
          </p:cNvPr>
          <p:cNvSpPr txBox="1"/>
          <p:nvPr/>
        </p:nvSpPr>
        <p:spPr>
          <a:xfrm>
            <a:off x="174308" y="147757"/>
            <a:ext cx="778192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5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구분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EE8933-457D-EC2D-6B79-D9BCF1C268F7}"/>
              </a:ext>
            </a:extLst>
          </p:cNvPr>
          <p:cNvSpPr txBox="1"/>
          <p:nvPr/>
        </p:nvSpPr>
        <p:spPr>
          <a:xfrm>
            <a:off x="2775839" y="151506"/>
            <a:ext cx="778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외부 경로</a:t>
            </a:r>
          </a:p>
        </p:txBody>
      </p:sp>
    </p:spTree>
    <p:extLst>
      <p:ext uri="{BB962C8B-B14F-4D97-AF65-F5344CB8AC3E}">
        <p14:creationId xmlns:p14="http://schemas.microsoft.com/office/powerpoint/2010/main" val="48154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F88520-AF1D-4978-8CCB-D75B5A6E5277}"/>
              </a:ext>
            </a:extLst>
          </p:cNvPr>
          <p:cNvSpPr/>
          <p:nvPr/>
        </p:nvSpPr>
        <p:spPr>
          <a:xfrm>
            <a:off x="121920" y="129540"/>
            <a:ext cx="11948160" cy="29718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BE45B3-2200-43D0-BC1D-306D90FBED30}"/>
              </a:ext>
            </a:extLst>
          </p:cNvPr>
          <p:cNvSpPr/>
          <p:nvPr/>
        </p:nvSpPr>
        <p:spPr>
          <a:xfrm>
            <a:off x="121920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9039FC-42FD-4198-B470-6E68F950137A}"/>
              </a:ext>
            </a:extLst>
          </p:cNvPr>
          <p:cNvSpPr/>
          <p:nvPr/>
        </p:nvSpPr>
        <p:spPr>
          <a:xfrm>
            <a:off x="2729389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C97611-2048-43D4-9744-E24AD916273A}"/>
              </a:ext>
            </a:extLst>
          </p:cNvPr>
          <p:cNvSpPr/>
          <p:nvPr/>
        </p:nvSpPr>
        <p:spPr>
          <a:xfrm>
            <a:off x="10550043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D42F84-10AF-4819-BF89-14DD0F050865}"/>
              </a:ext>
            </a:extLst>
          </p:cNvPr>
          <p:cNvSpPr txBox="1"/>
          <p:nvPr/>
        </p:nvSpPr>
        <p:spPr>
          <a:xfrm>
            <a:off x="10602431" y="139630"/>
            <a:ext cx="778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페이지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4D7DE56-6A1C-42B3-B99F-FC4D8CF3D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675" y="139631"/>
            <a:ext cx="522924" cy="273190"/>
          </a:xfrm>
        </p:spPr>
        <p:txBody>
          <a:bodyPr/>
          <a:lstStyle/>
          <a:p>
            <a:fld id="{B526BC13-3CA2-4071-9DBF-2C05346E23DC}" type="slidenum">
              <a:rPr lang="ko-KR" altLang="en-US">
                <a:solidFill>
                  <a:schemeClr val="tx1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pPr/>
              <a:t>5</a:t>
            </a:fld>
            <a:endParaRPr lang="ko-KR" altLang="en-US" dirty="0">
              <a:solidFill>
                <a:schemeClr val="tx1"/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4F43A3-8C34-44E4-8B33-2606E969DCA3}"/>
              </a:ext>
            </a:extLst>
          </p:cNvPr>
          <p:cNvSpPr/>
          <p:nvPr/>
        </p:nvSpPr>
        <p:spPr>
          <a:xfrm>
            <a:off x="9237442" y="535686"/>
            <a:ext cx="2832638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CE7F26-49B1-4D08-934E-B962752A3DD1}"/>
              </a:ext>
            </a:extLst>
          </p:cNvPr>
          <p:cNvSpPr txBox="1"/>
          <p:nvPr/>
        </p:nvSpPr>
        <p:spPr>
          <a:xfrm>
            <a:off x="9577484" y="547860"/>
            <a:ext cx="2152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DESCRIPTIONS</a:t>
            </a:r>
            <a:endParaRPr lang="ko-KR" altLang="en-US" sz="12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DC79E9-8C6D-4DC7-88CB-6ECFAE1F3923}"/>
              </a:ext>
            </a:extLst>
          </p:cNvPr>
          <p:cNvSpPr txBox="1"/>
          <p:nvPr/>
        </p:nvSpPr>
        <p:spPr>
          <a:xfrm>
            <a:off x="2775839" y="151506"/>
            <a:ext cx="778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외부 경로</a:t>
            </a:r>
          </a:p>
        </p:txBody>
      </p:sp>
      <p:graphicFrame>
        <p:nvGraphicFramePr>
          <p:cNvPr id="27" name="Table 27">
            <a:extLst>
              <a:ext uri="{FF2B5EF4-FFF2-40B4-BE49-F238E27FC236}">
                <a16:creationId xmlns:a16="http://schemas.microsoft.com/office/drawing/2014/main" id="{CDF26648-3C28-41C1-BBF8-A385550147AD}"/>
              </a:ext>
            </a:extLst>
          </p:cNvPr>
          <p:cNvGraphicFramePr>
            <a:graphicFrameLocks noGrp="1"/>
          </p:cNvGraphicFramePr>
          <p:nvPr/>
        </p:nvGraphicFramePr>
        <p:xfrm>
          <a:off x="9237441" y="832866"/>
          <a:ext cx="2832637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009">
                  <a:extLst>
                    <a:ext uri="{9D8B030D-6E8A-4147-A177-3AD203B41FA5}">
                      <a16:colId xmlns:a16="http://schemas.microsoft.com/office/drawing/2014/main" val="3443435038"/>
                    </a:ext>
                  </a:extLst>
                </a:gridCol>
                <a:gridCol w="2373628">
                  <a:extLst>
                    <a:ext uri="{9D8B030D-6E8A-4147-A177-3AD203B41FA5}">
                      <a16:colId xmlns:a16="http://schemas.microsoft.com/office/drawing/2014/main" val="12043491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공통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286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396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2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437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3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8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4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774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5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68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6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371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7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590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8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440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9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59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10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130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11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946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12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041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13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478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cs typeface="+mn-cs"/>
                        </a:rPr>
                        <a:t>14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337121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3BFE11B5-F96F-4BC6-B0C7-107F836989FD}"/>
              </a:ext>
            </a:extLst>
          </p:cNvPr>
          <p:cNvSpPr/>
          <p:nvPr/>
        </p:nvSpPr>
        <p:spPr>
          <a:xfrm>
            <a:off x="121920" y="535686"/>
            <a:ext cx="8993602" cy="619618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5E4DFE-9D1D-7054-A8CD-A60B3BA77298}"/>
              </a:ext>
            </a:extLst>
          </p:cNvPr>
          <p:cNvSpPr txBox="1"/>
          <p:nvPr/>
        </p:nvSpPr>
        <p:spPr>
          <a:xfrm>
            <a:off x="1045368" y="139630"/>
            <a:ext cx="1643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화면명을 넣어주세요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580E83-2738-3AE0-E286-91B87FFD201C}"/>
              </a:ext>
            </a:extLst>
          </p:cNvPr>
          <p:cNvSpPr txBox="1"/>
          <p:nvPr/>
        </p:nvSpPr>
        <p:spPr>
          <a:xfrm>
            <a:off x="174308" y="147757"/>
            <a:ext cx="778192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5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구분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C5DEAC-58FD-6D3A-E34A-2207550F5659}"/>
              </a:ext>
            </a:extLst>
          </p:cNvPr>
          <p:cNvSpPr txBox="1"/>
          <p:nvPr/>
        </p:nvSpPr>
        <p:spPr>
          <a:xfrm>
            <a:off x="3686021" y="139630"/>
            <a:ext cx="35872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연결되는 외부 경로가 있다면 작성해주세요</a:t>
            </a:r>
            <a:r>
              <a:rPr lang="en-US" altLang="ko-KR" sz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3529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925</TotalTime>
  <Words>222</Words>
  <Application>Microsoft Macintosh PowerPoint</Application>
  <PresentationFormat>와이드스크린</PresentationFormat>
  <Paragraphs>123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Noto Sans KR</vt:lpstr>
      <vt:lpstr>Noto Sans KR Light</vt:lpstr>
      <vt:lpstr>Arial</vt:lpstr>
      <vt:lpstr>Noto Sans KR SemiBold</vt:lpstr>
      <vt:lpstr>Noto Sans KR ExtraBold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111-01-2104-03</dc:creator>
  <cp:lastModifiedBy>조 현정</cp:lastModifiedBy>
  <cp:revision>128</cp:revision>
  <dcterms:created xsi:type="dcterms:W3CDTF">2022-01-21T03:06:55Z</dcterms:created>
  <dcterms:modified xsi:type="dcterms:W3CDTF">2025-11-25T01:47:48Z</dcterms:modified>
</cp:coreProperties>
</file>