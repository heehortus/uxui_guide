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5" r:id="rId2"/>
    <p:sldId id="276" r:id="rId3"/>
    <p:sldId id="277" r:id="rId4"/>
    <p:sldId id="278" r:id="rId5"/>
    <p:sldId id="279" r:id="rId6"/>
    <p:sldId id="280" r:id="rId7"/>
    <p:sldId id="28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E5E5"/>
    <a:srgbClr val="C4C4C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80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126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B5F2A8-B277-4AF5-AD54-2502EB36651B}" type="datetimeFigureOut">
              <a:rPr lang="ko-KR" altLang="en-US" smtClean="0"/>
              <a:t>2023-01-16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45E6D3-1C4F-457E-9059-EA814E6F1E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586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26427-2608-4CB6-BE86-2E9D482D05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CA7274-97DE-4B5B-817F-31F81FFC29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0FFE7-B1BF-4A0A-858D-52E648A46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017-B1E6-44AF-AE9B-06A887B8B200}" type="datetimeFigureOut">
              <a:rPr lang="ko-KR" altLang="en-US" smtClean="0"/>
              <a:t>2023-01-16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ABA96-D118-4833-B220-51A13E85D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EF9AB-E912-4A07-AA32-9B31558D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C13-3CA2-4071-9DBF-2C05346E23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0739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B1059-0F6F-418E-B4D1-39D85C2FA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7BFA5-AE6D-42D7-8520-94EE0E293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834F5-6C53-421C-88EA-C952A22DF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017-B1E6-44AF-AE9B-06A887B8B200}" type="datetimeFigureOut">
              <a:rPr lang="ko-KR" altLang="en-US" smtClean="0"/>
              <a:t>2023-01-16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CE6F4-19D4-42BC-BFFF-310B9E2A4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29CF0-16D9-4C7A-8DFA-3C5E4A434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C13-3CA2-4071-9DBF-2C05346E23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138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E5F4F-7E10-4EEC-858B-9F18DA78A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545A7-F4DF-408A-8E4F-8C54CC9D2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B634A-298A-4244-B650-C7F46DD5E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017-B1E6-44AF-AE9B-06A887B8B200}" type="datetimeFigureOut">
              <a:rPr lang="ko-KR" altLang="en-US" smtClean="0"/>
              <a:t>2023-01-16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2A8B3-D18E-4C7F-B383-C4C69AC10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69B8B-0D86-4EC1-9DAA-5E0279C2F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C13-3CA2-4071-9DBF-2C05346E23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905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451F6-7FE3-4EAB-BF82-7597B3F7B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237CA-84C0-4484-9FE0-AB5EC8E287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28D7C6-AFCF-4CD5-BCAF-54BC90605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DCA3A-466B-4E18-B6BB-9AF0ADEEE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017-B1E6-44AF-AE9B-06A887B8B200}" type="datetimeFigureOut">
              <a:rPr lang="ko-KR" altLang="en-US" smtClean="0"/>
              <a:t>2023-01-16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D52836-2EC1-4303-A67E-6C01813E3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0EA831-5135-4ECA-90A4-5EE4B1B09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C13-3CA2-4071-9DBF-2C05346E23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139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04731-56F7-46B2-BA24-7F7B07ED7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82253-C977-4862-BCA5-7A050D5CD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5F772F-2665-4E46-8091-BEDA6FED1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BB05A7-F390-4054-8B13-CB287E5D41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5FB85A-A2AA-44ED-8560-ED773BE601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C25AAB-053C-461F-8505-2EE427518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017-B1E6-44AF-AE9B-06A887B8B200}" type="datetimeFigureOut">
              <a:rPr lang="ko-KR" altLang="en-US" smtClean="0"/>
              <a:t>2023-01-16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E6438-7162-405A-A7BB-FCB884E8C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2EB77D-4CA6-4505-B4E1-3EBAE05BE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C13-3CA2-4071-9DBF-2C05346E23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15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D97B9-4A90-495B-9436-1D9C672E3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27F95-920D-4814-9246-CAB4AD63A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017-B1E6-44AF-AE9B-06A887B8B200}" type="datetimeFigureOut">
              <a:rPr lang="ko-KR" altLang="en-US" smtClean="0"/>
              <a:t>2023-01-16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F30842-B655-4A02-AFE2-D70CB8FDF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76F3CE-AAA5-42D1-BC99-AED336B46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C13-3CA2-4071-9DBF-2C05346E23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875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55D475-6D91-462C-B6DE-01782C549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017-B1E6-44AF-AE9B-06A887B8B200}" type="datetimeFigureOut">
              <a:rPr lang="ko-KR" altLang="en-US" smtClean="0"/>
              <a:t>2023-01-16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4428D7-1EB0-4D47-BDF4-A028A322C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2D09A-A41F-4676-BDCA-2C0DB5B04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C13-3CA2-4071-9DBF-2C05346E23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9275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D7CA5-3002-43FD-BB13-CB5EFF683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FF575-CBC7-4714-90CC-356861EFE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B2F69E-0C4B-4D16-884C-8E1C271C4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468E1-47D4-4B5C-B971-F4052D43A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017-B1E6-44AF-AE9B-06A887B8B200}" type="datetimeFigureOut">
              <a:rPr lang="ko-KR" altLang="en-US" smtClean="0"/>
              <a:t>2023-01-16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227316-1F36-451F-8BC3-61D3EE90E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F621B-D872-4FD7-B419-D29A036B6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C13-3CA2-4071-9DBF-2C05346E23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70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4AA01-652D-4F46-9A89-C7C424A1A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9CFB2-8D0C-48AA-BBB7-5D505F0D54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4D9B5-B0E7-491E-ADDE-516DD1272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5E289-AFEC-4D53-9420-C9BB7B09B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017-B1E6-44AF-AE9B-06A887B8B200}" type="datetimeFigureOut">
              <a:rPr lang="ko-KR" altLang="en-US" smtClean="0"/>
              <a:t>2023-01-16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24C344-C2EF-4C68-AA2D-B2E8A6F91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991636-FB83-4000-969E-4C891DEC4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C13-3CA2-4071-9DBF-2C05346E23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580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6AA35-5901-404E-9957-385598306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8057F9-F154-4209-91B6-A1BE31D3A2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C7EA7-95D2-4D01-AF42-E2BC3A369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017-B1E6-44AF-AE9B-06A887B8B200}" type="datetimeFigureOut">
              <a:rPr lang="ko-KR" altLang="en-US" smtClean="0"/>
              <a:t>2023-01-16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D4B17-2860-4176-A497-E2D857AD5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7ACDD-F805-4717-A767-72C030A88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C13-3CA2-4071-9DBF-2C05346E23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507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99E1A-4E81-4D3B-BFCE-25B61F6D8A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2629C5-3013-4F2B-A0F0-5E55C3D7D8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63A70-E265-41B1-97D3-AB09A1A47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017-B1E6-44AF-AE9B-06A887B8B200}" type="datetimeFigureOut">
              <a:rPr lang="ko-KR" altLang="en-US" smtClean="0"/>
              <a:t>2023-01-16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05E1F-1558-47A0-B93F-5091FA8A0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8C62F-EDEA-4140-9E46-78EF69731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C13-3CA2-4071-9DBF-2C05346E23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908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FB7836-3427-43E0-B654-D7C52806E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4E9F7-9405-4954-8089-9A778677E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80404-8445-4B92-9F89-458EE2378E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E0017-B1E6-44AF-AE9B-06A887B8B200}" type="datetimeFigureOut">
              <a:rPr lang="ko-KR" altLang="en-US" smtClean="0"/>
              <a:t>2023-01-16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08802-1690-4C12-BAE1-3BE9CBDCF8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AB8E2-7B00-4949-91A8-5BE7C78DD7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26BC13-3CA2-4071-9DBF-2C05346E23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5484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F88520-AF1D-4978-8CCB-D75B5A6E5277}"/>
              </a:ext>
            </a:extLst>
          </p:cNvPr>
          <p:cNvSpPr/>
          <p:nvPr/>
        </p:nvSpPr>
        <p:spPr>
          <a:xfrm>
            <a:off x="121920" y="129540"/>
            <a:ext cx="11948160" cy="297180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BE45B3-2200-43D0-BC1D-306D90FBED30}"/>
              </a:ext>
            </a:extLst>
          </p:cNvPr>
          <p:cNvSpPr/>
          <p:nvPr/>
        </p:nvSpPr>
        <p:spPr>
          <a:xfrm>
            <a:off x="121920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8E02B7-FC26-49C2-9359-A9B0964DBED5}"/>
              </a:ext>
            </a:extLst>
          </p:cNvPr>
          <p:cNvSpPr txBox="1"/>
          <p:nvPr/>
        </p:nvSpPr>
        <p:spPr>
          <a:xfrm>
            <a:off x="174308" y="139630"/>
            <a:ext cx="778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화면 명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9039FC-42FD-4198-B470-6E68F950137A}"/>
              </a:ext>
            </a:extLst>
          </p:cNvPr>
          <p:cNvSpPr/>
          <p:nvPr/>
        </p:nvSpPr>
        <p:spPr>
          <a:xfrm>
            <a:off x="2729389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C97611-2048-43D4-9744-E24AD916273A}"/>
              </a:ext>
            </a:extLst>
          </p:cNvPr>
          <p:cNvSpPr/>
          <p:nvPr/>
        </p:nvSpPr>
        <p:spPr>
          <a:xfrm>
            <a:off x="10550043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D42F84-10AF-4819-BF89-14DD0F050865}"/>
              </a:ext>
            </a:extLst>
          </p:cNvPr>
          <p:cNvSpPr txBox="1"/>
          <p:nvPr/>
        </p:nvSpPr>
        <p:spPr>
          <a:xfrm>
            <a:off x="10602431" y="139630"/>
            <a:ext cx="778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페이지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4D7DE56-6A1C-42B3-B99F-FC4D8CF3D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675" y="139631"/>
            <a:ext cx="522924" cy="273190"/>
          </a:xfrm>
        </p:spPr>
        <p:txBody>
          <a:bodyPr/>
          <a:lstStyle/>
          <a:p>
            <a:fld id="{B526BC13-3CA2-4071-9DBF-2C05346E23DC}" type="slidenum">
              <a:rPr lang="ko-KR" altLang="en-US">
                <a:solidFill>
                  <a:schemeClr val="tx1"/>
                </a:solidFill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pPr/>
              <a:t>1</a:t>
            </a:fld>
            <a:endParaRPr lang="ko-KR" altLang="en-US" dirty="0">
              <a:solidFill>
                <a:schemeClr val="tx1"/>
              </a:solidFill>
              <a:latin typeface="나눔스퀘어_ac Light" panose="020B0600000101010101" pitchFamily="50" charset="-127"/>
              <a:ea typeface="나눔스퀘어_ac Light" panose="020B0600000101010101" pitchFamily="50" charset="-127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4F43A3-8C34-44E4-8B33-2606E969DCA3}"/>
              </a:ext>
            </a:extLst>
          </p:cNvPr>
          <p:cNvSpPr/>
          <p:nvPr/>
        </p:nvSpPr>
        <p:spPr>
          <a:xfrm>
            <a:off x="9237442" y="535686"/>
            <a:ext cx="2832638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CE7F26-49B1-4D08-934E-B962752A3DD1}"/>
              </a:ext>
            </a:extLst>
          </p:cNvPr>
          <p:cNvSpPr txBox="1"/>
          <p:nvPr/>
        </p:nvSpPr>
        <p:spPr>
          <a:xfrm>
            <a:off x="9577484" y="547860"/>
            <a:ext cx="2152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DESCRIPTIONS</a:t>
            </a:r>
            <a:endParaRPr lang="ko-KR" altLang="en-US" sz="12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DC79E9-8C6D-4DC7-88CB-6ECFAE1F3923}"/>
              </a:ext>
            </a:extLst>
          </p:cNvPr>
          <p:cNvSpPr txBox="1"/>
          <p:nvPr/>
        </p:nvSpPr>
        <p:spPr>
          <a:xfrm>
            <a:off x="2781777" y="139630"/>
            <a:ext cx="778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화면 경로</a:t>
            </a:r>
          </a:p>
        </p:txBody>
      </p:sp>
      <p:graphicFrame>
        <p:nvGraphicFramePr>
          <p:cNvPr id="27" name="Table 27">
            <a:extLst>
              <a:ext uri="{FF2B5EF4-FFF2-40B4-BE49-F238E27FC236}">
                <a16:creationId xmlns:a16="http://schemas.microsoft.com/office/drawing/2014/main" id="{CDF26648-3C28-41C1-BBF8-A38555014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231167"/>
              </p:ext>
            </p:extLst>
          </p:nvPr>
        </p:nvGraphicFramePr>
        <p:xfrm>
          <a:off x="9237441" y="832866"/>
          <a:ext cx="2832637" cy="40382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009">
                  <a:extLst>
                    <a:ext uri="{9D8B030D-6E8A-4147-A177-3AD203B41FA5}">
                      <a16:colId xmlns:a16="http://schemas.microsoft.com/office/drawing/2014/main" val="3443435038"/>
                    </a:ext>
                  </a:extLst>
                </a:gridCol>
                <a:gridCol w="2373628">
                  <a:extLst>
                    <a:ext uri="{9D8B030D-6E8A-4147-A177-3AD203B41FA5}">
                      <a16:colId xmlns:a16="http://schemas.microsoft.com/office/drawing/2014/main" val="12043491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공통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286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넘버링한 요소에 대해서 피드백 요청 사항을 적어주세요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396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2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437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3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8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4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774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5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68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6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371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7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590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8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440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9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59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10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130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11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946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12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041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13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478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14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337121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3BFE11B5-F96F-4BC6-B0C7-107F836989FD}"/>
              </a:ext>
            </a:extLst>
          </p:cNvPr>
          <p:cNvSpPr/>
          <p:nvPr/>
        </p:nvSpPr>
        <p:spPr>
          <a:xfrm>
            <a:off x="121920" y="535686"/>
            <a:ext cx="8993602" cy="619618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B275B3-6A57-3D4D-8006-FE0F7DE4169E}"/>
              </a:ext>
            </a:extLst>
          </p:cNvPr>
          <p:cNvSpPr/>
          <p:nvPr/>
        </p:nvSpPr>
        <p:spPr>
          <a:xfrm>
            <a:off x="1198645" y="1766971"/>
            <a:ext cx="7375358" cy="4000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여기에 시안 이미지를 </a:t>
            </a:r>
            <a:r>
              <a:rPr lang="ko-KR" altLang="en-US" dirty="0" err="1"/>
              <a:t>캡쳐해서</a:t>
            </a:r>
            <a:r>
              <a:rPr lang="ko-KR" altLang="en-US" dirty="0"/>
              <a:t> 넣어주세요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5E4DFE-9D1D-7054-A8CD-A60B3BA77298}"/>
              </a:ext>
            </a:extLst>
          </p:cNvPr>
          <p:cNvSpPr txBox="1"/>
          <p:nvPr/>
        </p:nvSpPr>
        <p:spPr>
          <a:xfrm>
            <a:off x="1045368" y="139630"/>
            <a:ext cx="1643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화면명을 넣어주세요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1CFBE58-40B7-4F1D-86E9-8A4950CAF570}"/>
              </a:ext>
            </a:extLst>
          </p:cNvPr>
          <p:cNvSpPr/>
          <p:nvPr/>
        </p:nvSpPr>
        <p:spPr>
          <a:xfrm>
            <a:off x="844899" y="647986"/>
            <a:ext cx="353746" cy="35374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</a:t>
            </a:r>
            <a:endParaRPr lang="ko-KR" altLang="en-US" sz="12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A2E2A75-C55A-4FC7-A39C-7F9C68282BD7}"/>
              </a:ext>
            </a:extLst>
          </p:cNvPr>
          <p:cNvSpPr/>
          <p:nvPr/>
        </p:nvSpPr>
        <p:spPr>
          <a:xfrm>
            <a:off x="1629734" y="4719066"/>
            <a:ext cx="353746" cy="35374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</a:t>
            </a:r>
            <a:endParaRPr lang="ko-KR" altLang="en-US" sz="12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37FAC4-6F24-E3DB-D955-8B7579E974A7}"/>
              </a:ext>
            </a:extLst>
          </p:cNvPr>
          <p:cNvSpPr/>
          <p:nvPr/>
        </p:nvSpPr>
        <p:spPr>
          <a:xfrm>
            <a:off x="2105399" y="4766395"/>
            <a:ext cx="4808455" cy="2590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/>
              <a:t>원하는 곳에 숫자 넘버링을 해주세요</a:t>
            </a:r>
          </a:p>
        </p:txBody>
      </p:sp>
    </p:spTree>
    <p:extLst>
      <p:ext uri="{BB962C8B-B14F-4D97-AF65-F5344CB8AC3E}">
        <p14:creationId xmlns:p14="http://schemas.microsoft.com/office/powerpoint/2010/main" val="893156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F88520-AF1D-4978-8CCB-D75B5A6E5277}"/>
              </a:ext>
            </a:extLst>
          </p:cNvPr>
          <p:cNvSpPr/>
          <p:nvPr/>
        </p:nvSpPr>
        <p:spPr>
          <a:xfrm>
            <a:off x="121920" y="129540"/>
            <a:ext cx="11948160" cy="297180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BE45B3-2200-43D0-BC1D-306D90FBED30}"/>
              </a:ext>
            </a:extLst>
          </p:cNvPr>
          <p:cNvSpPr/>
          <p:nvPr/>
        </p:nvSpPr>
        <p:spPr>
          <a:xfrm>
            <a:off x="121920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8E02B7-FC26-49C2-9359-A9B0964DBED5}"/>
              </a:ext>
            </a:extLst>
          </p:cNvPr>
          <p:cNvSpPr txBox="1"/>
          <p:nvPr/>
        </p:nvSpPr>
        <p:spPr>
          <a:xfrm>
            <a:off x="174308" y="139630"/>
            <a:ext cx="778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화면 명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9039FC-42FD-4198-B470-6E68F950137A}"/>
              </a:ext>
            </a:extLst>
          </p:cNvPr>
          <p:cNvSpPr/>
          <p:nvPr/>
        </p:nvSpPr>
        <p:spPr>
          <a:xfrm>
            <a:off x="2729389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C97611-2048-43D4-9744-E24AD916273A}"/>
              </a:ext>
            </a:extLst>
          </p:cNvPr>
          <p:cNvSpPr/>
          <p:nvPr/>
        </p:nvSpPr>
        <p:spPr>
          <a:xfrm>
            <a:off x="10550043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D42F84-10AF-4819-BF89-14DD0F050865}"/>
              </a:ext>
            </a:extLst>
          </p:cNvPr>
          <p:cNvSpPr txBox="1"/>
          <p:nvPr/>
        </p:nvSpPr>
        <p:spPr>
          <a:xfrm>
            <a:off x="10602431" y="139630"/>
            <a:ext cx="778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페이지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4D7DE56-6A1C-42B3-B99F-FC4D8CF3D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675" y="139631"/>
            <a:ext cx="522924" cy="273190"/>
          </a:xfrm>
        </p:spPr>
        <p:txBody>
          <a:bodyPr/>
          <a:lstStyle/>
          <a:p>
            <a:fld id="{B526BC13-3CA2-4071-9DBF-2C05346E23DC}" type="slidenum">
              <a:rPr lang="ko-KR" altLang="en-US">
                <a:solidFill>
                  <a:schemeClr val="tx1"/>
                </a:solidFill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pPr/>
              <a:t>2</a:t>
            </a:fld>
            <a:endParaRPr lang="ko-KR" altLang="en-US" dirty="0">
              <a:solidFill>
                <a:schemeClr val="tx1"/>
              </a:solidFill>
              <a:latin typeface="나눔스퀘어_ac Light" panose="020B0600000101010101" pitchFamily="50" charset="-127"/>
              <a:ea typeface="나눔스퀘어_ac Light" panose="020B0600000101010101" pitchFamily="50" charset="-127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4F43A3-8C34-44E4-8B33-2606E969DCA3}"/>
              </a:ext>
            </a:extLst>
          </p:cNvPr>
          <p:cNvSpPr/>
          <p:nvPr/>
        </p:nvSpPr>
        <p:spPr>
          <a:xfrm>
            <a:off x="9237442" y="535686"/>
            <a:ext cx="2832638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CE7F26-49B1-4D08-934E-B962752A3DD1}"/>
              </a:ext>
            </a:extLst>
          </p:cNvPr>
          <p:cNvSpPr txBox="1"/>
          <p:nvPr/>
        </p:nvSpPr>
        <p:spPr>
          <a:xfrm>
            <a:off x="9577484" y="547860"/>
            <a:ext cx="2152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DESCRIPTIONS</a:t>
            </a:r>
            <a:endParaRPr lang="ko-KR" altLang="en-US" sz="12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DC79E9-8C6D-4DC7-88CB-6ECFAE1F3923}"/>
              </a:ext>
            </a:extLst>
          </p:cNvPr>
          <p:cNvSpPr txBox="1"/>
          <p:nvPr/>
        </p:nvSpPr>
        <p:spPr>
          <a:xfrm>
            <a:off x="2781777" y="139630"/>
            <a:ext cx="778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화면 경로</a:t>
            </a:r>
          </a:p>
        </p:txBody>
      </p:sp>
      <p:graphicFrame>
        <p:nvGraphicFramePr>
          <p:cNvPr id="27" name="Table 27">
            <a:extLst>
              <a:ext uri="{FF2B5EF4-FFF2-40B4-BE49-F238E27FC236}">
                <a16:creationId xmlns:a16="http://schemas.microsoft.com/office/drawing/2014/main" id="{CDF26648-3C28-41C1-BBF8-A38555014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441757"/>
              </p:ext>
            </p:extLst>
          </p:nvPr>
        </p:nvGraphicFramePr>
        <p:xfrm>
          <a:off x="9237441" y="832866"/>
          <a:ext cx="2832637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009">
                  <a:extLst>
                    <a:ext uri="{9D8B030D-6E8A-4147-A177-3AD203B41FA5}">
                      <a16:colId xmlns:a16="http://schemas.microsoft.com/office/drawing/2014/main" val="3443435038"/>
                    </a:ext>
                  </a:extLst>
                </a:gridCol>
                <a:gridCol w="2373628">
                  <a:extLst>
                    <a:ext uri="{9D8B030D-6E8A-4147-A177-3AD203B41FA5}">
                      <a16:colId xmlns:a16="http://schemas.microsoft.com/office/drawing/2014/main" val="12043491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공통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286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로고 크기를 줄여주세요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396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2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버튼 크기를 키워주세요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437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3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8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4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774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5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68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6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371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7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590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8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440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9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59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10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130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11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946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12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041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13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478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14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337121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3BFE11B5-F96F-4BC6-B0C7-107F836989FD}"/>
              </a:ext>
            </a:extLst>
          </p:cNvPr>
          <p:cNvSpPr/>
          <p:nvPr/>
        </p:nvSpPr>
        <p:spPr>
          <a:xfrm>
            <a:off x="121920" y="535686"/>
            <a:ext cx="8993602" cy="619618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5E4DFE-9D1D-7054-A8CD-A60B3BA77298}"/>
              </a:ext>
            </a:extLst>
          </p:cNvPr>
          <p:cNvSpPr txBox="1"/>
          <p:nvPr/>
        </p:nvSpPr>
        <p:spPr>
          <a:xfrm>
            <a:off x="1045368" y="139630"/>
            <a:ext cx="1643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메인화면</a:t>
            </a:r>
            <a:endParaRPr lang="ko-KR" altLang="en-US" sz="12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BA3738-6BD9-5605-004D-6975DA75F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93" y="1054660"/>
            <a:ext cx="8756456" cy="4942339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828E82C1-88FE-A997-F48C-94A298AE7CCF}"/>
              </a:ext>
            </a:extLst>
          </p:cNvPr>
          <p:cNvSpPr/>
          <p:nvPr/>
        </p:nvSpPr>
        <p:spPr>
          <a:xfrm>
            <a:off x="380577" y="1054660"/>
            <a:ext cx="353746" cy="35374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</a:t>
            </a:r>
            <a:endParaRPr lang="ko-KR" altLang="en-US" sz="12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02160A6-EC27-47A0-5645-6CC50DF22F06}"/>
              </a:ext>
            </a:extLst>
          </p:cNvPr>
          <p:cNvSpPr/>
          <p:nvPr/>
        </p:nvSpPr>
        <p:spPr>
          <a:xfrm>
            <a:off x="6247977" y="2788210"/>
            <a:ext cx="353746" cy="35374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</a:t>
            </a:r>
            <a:endParaRPr lang="ko-KR" altLang="en-US" sz="12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0A93B6-FE10-98D4-0FCB-5761067AB8A7}"/>
              </a:ext>
            </a:extLst>
          </p:cNvPr>
          <p:cNvSpPr/>
          <p:nvPr/>
        </p:nvSpPr>
        <p:spPr>
          <a:xfrm>
            <a:off x="1" y="6491288"/>
            <a:ext cx="2026444" cy="3667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예시입니다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8154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F88520-AF1D-4978-8CCB-D75B5A6E5277}"/>
              </a:ext>
            </a:extLst>
          </p:cNvPr>
          <p:cNvSpPr/>
          <p:nvPr/>
        </p:nvSpPr>
        <p:spPr>
          <a:xfrm>
            <a:off x="121920" y="129540"/>
            <a:ext cx="11948160" cy="297180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BE45B3-2200-43D0-BC1D-306D90FBED30}"/>
              </a:ext>
            </a:extLst>
          </p:cNvPr>
          <p:cNvSpPr/>
          <p:nvPr/>
        </p:nvSpPr>
        <p:spPr>
          <a:xfrm>
            <a:off x="121920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8E02B7-FC26-49C2-9359-A9B0964DBED5}"/>
              </a:ext>
            </a:extLst>
          </p:cNvPr>
          <p:cNvSpPr txBox="1"/>
          <p:nvPr/>
        </p:nvSpPr>
        <p:spPr>
          <a:xfrm>
            <a:off x="174308" y="139630"/>
            <a:ext cx="778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화면 명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9039FC-42FD-4198-B470-6E68F950137A}"/>
              </a:ext>
            </a:extLst>
          </p:cNvPr>
          <p:cNvSpPr/>
          <p:nvPr/>
        </p:nvSpPr>
        <p:spPr>
          <a:xfrm>
            <a:off x="2729389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C97611-2048-43D4-9744-E24AD916273A}"/>
              </a:ext>
            </a:extLst>
          </p:cNvPr>
          <p:cNvSpPr/>
          <p:nvPr/>
        </p:nvSpPr>
        <p:spPr>
          <a:xfrm>
            <a:off x="10550043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D42F84-10AF-4819-BF89-14DD0F050865}"/>
              </a:ext>
            </a:extLst>
          </p:cNvPr>
          <p:cNvSpPr txBox="1"/>
          <p:nvPr/>
        </p:nvSpPr>
        <p:spPr>
          <a:xfrm>
            <a:off x="10602431" y="139630"/>
            <a:ext cx="778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페이지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4D7DE56-6A1C-42B3-B99F-FC4D8CF3D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675" y="139631"/>
            <a:ext cx="522924" cy="273190"/>
          </a:xfrm>
        </p:spPr>
        <p:txBody>
          <a:bodyPr/>
          <a:lstStyle/>
          <a:p>
            <a:fld id="{B526BC13-3CA2-4071-9DBF-2C05346E23DC}" type="slidenum">
              <a:rPr lang="ko-KR" altLang="en-US">
                <a:solidFill>
                  <a:schemeClr val="tx1"/>
                </a:solidFill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pPr/>
              <a:t>3</a:t>
            </a:fld>
            <a:endParaRPr lang="ko-KR" altLang="en-US" dirty="0">
              <a:solidFill>
                <a:schemeClr val="tx1"/>
              </a:solidFill>
              <a:latin typeface="나눔스퀘어_ac Light" panose="020B0600000101010101" pitchFamily="50" charset="-127"/>
              <a:ea typeface="나눔스퀘어_ac Light" panose="020B0600000101010101" pitchFamily="50" charset="-127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4F43A3-8C34-44E4-8B33-2606E969DCA3}"/>
              </a:ext>
            </a:extLst>
          </p:cNvPr>
          <p:cNvSpPr/>
          <p:nvPr/>
        </p:nvSpPr>
        <p:spPr>
          <a:xfrm>
            <a:off x="9237442" y="535686"/>
            <a:ext cx="2832638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CE7F26-49B1-4D08-934E-B962752A3DD1}"/>
              </a:ext>
            </a:extLst>
          </p:cNvPr>
          <p:cNvSpPr txBox="1"/>
          <p:nvPr/>
        </p:nvSpPr>
        <p:spPr>
          <a:xfrm>
            <a:off x="9577484" y="547860"/>
            <a:ext cx="2152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DESCRIPTIONS</a:t>
            </a:r>
            <a:endParaRPr lang="ko-KR" altLang="en-US" sz="12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DC79E9-8C6D-4DC7-88CB-6ECFAE1F3923}"/>
              </a:ext>
            </a:extLst>
          </p:cNvPr>
          <p:cNvSpPr txBox="1"/>
          <p:nvPr/>
        </p:nvSpPr>
        <p:spPr>
          <a:xfrm>
            <a:off x="2781777" y="139630"/>
            <a:ext cx="778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화면 경로</a:t>
            </a:r>
          </a:p>
        </p:txBody>
      </p:sp>
      <p:graphicFrame>
        <p:nvGraphicFramePr>
          <p:cNvPr id="27" name="Table 27">
            <a:extLst>
              <a:ext uri="{FF2B5EF4-FFF2-40B4-BE49-F238E27FC236}">
                <a16:creationId xmlns:a16="http://schemas.microsoft.com/office/drawing/2014/main" id="{CDF26648-3C28-41C1-BBF8-A38555014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022895"/>
              </p:ext>
            </p:extLst>
          </p:nvPr>
        </p:nvGraphicFramePr>
        <p:xfrm>
          <a:off x="9237441" y="832866"/>
          <a:ext cx="2832637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009">
                  <a:extLst>
                    <a:ext uri="{9D8B030D-6E8A-4147-A177-3AD203B41FA5}">
                      <a16:colId xmlns:a16="http://schemas.microsoft.com/office/drawing/2014/main" val="3443435038"/>
                    </a:ext>
                  </a:extLst>
                </a:gridCol>
                <a:gridCol w="2373628">
                  <a:extLst>
                    <a:ext uri="{9D8B030D-6E8A-4147-A177-3AD203B41FA5}">
                      <a16:colId xmlns:a16="http://schemas.microsoft.com/office/drawing/2014/main" val="12043491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공통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286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396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2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437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3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8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4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774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5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68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6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371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7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590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8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440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9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59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10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130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11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946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12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041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13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478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14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337121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3BFE11B5-F96F-4BC6-B0C7-107F836989FD}"/>
              </a:ext>
            </a:extLst>
          </p:cNvPr>
          <p:cNvSpPr/>
          <p:nvPr/>
        </p:nvSpPr>
        <p:spPr>
          <a:xfrm>
            <a:off x="121920" y="535686"/>
            <a:ext cx="8993602" cy="619618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5E4DFE-9D1D-7054-A8CD-A60B3BA77298}"/>
              </a:ext>
            </a:extLst>
          </p:cNvPr>
          <p:cNvSpPr txBox="1"/>
          <p:nvPr/>
        </p:nvSpPr>
        <p:spPr>
          <a:xfrm>
            <a:off x="1045368" y="139630"/>
            <a:ext cx="1643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화면명을 넣어주세요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1CFBE58-40B7-4F1D-86E9-8A4950CAF570}"/>
              </a:ext>
            </a:extLst>
          </p:cNvPr>
          <p:cNvSpPr/>
          <p:nvPr/>
        </p:nvSpPr>
        <p:spPr>
          <a:xfrm>
            <a:off x="844899" y="647986"/>
            <a:ext cx="353746" cy="35374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</a:t>
            </a:r>
            <a:endParaRPr lang="ko-KR" altLang="en-US" sz="12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A2E2A75-C55A-4FC7-A39C-7F9C68282BD7}"/>
              </a:ext>
            </a:extLst>
          </p:cNvPr>
          <p:cNvSpPr/>
          <p:nvPr/>
        </p:nvSpPr>
        <p:spPr>
          <a:xfrm>
            <a:off x="380577" y="647986"/>
            <a:ext cx="353746" cy="35374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</a:t>
            </a:r>
            <a:endParaRPr lang="ko-KR" altLang="en-US" sz="12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6372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F88520-AF1D-4978-8CCB-D75B5A6E5277}"/>
              </a:ext>
            </a:extLst>
          </p:cNvPr>
          <p:cNvSpPr/>
          <p:nvPr/>
        </p:nvSpPr>
        <p:spPr>
          <a:xfrm>
            <a:off x="121920" y="129540"/>
            <a:ext cx="11948160" cy="297180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BE45B3-2200-43D0-BC1D-306D90FBED30}"/>
              </a:ext>
            </a:extLst>
          </p:cNvPr>
          <p:cNvSpPr/>
          <p:nvPr/>
        </p:nvSpPr>
        <p:spPr>
          <a:xfrm>
            <a:off x="121920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8E02B7-FC26-49C2-9359-A9B0964DBED5}"/>
              </a:ext>
            </a:extLst>
          </p:cNvPr>
          <p:cNvSpPr txBox="1"/>
          <p:nvPr/>
        </p:nvSpPr>
        <p:spPr>
          <a:xfrm>
            <a:off x="174308" y="139630"/>
            <a:ext cx="778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화면 명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9039FC-42FD-4198-B470-6E68F950137A}"/>
              </a:ext>
            </a:extLst>
          </p:cNvPr>
          <p:cNvSpPr/>
          <p:nvPr/>
        </p:nvSpPr>
        <p:spPr>
          <a:xfrm>
            <a:off x="2729389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C97611-2048-43D4-9744-E24AD916273A}"/>
              </a:ext>
            </a:extLst>
          </p:cNvPr>
          <p:cNvSpPr/>
          <p:nvPr/>
        </p:nvSpPr>
        <p:spPr>
          <a:xfrm>
            <a:off x="10550043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D42F84-10AF-4819-BF89-14DD0F050865}"/>
              </a:ext>
            </a:extLst>
          </p:cNvPr>
          <p:cNvSpPr txBox="1"/>
          <p:nvPr/>
        </p:nvSpPr>
        <p:spPr>
          <a:xfrm>
            <a:off x="10602431" y="139630"/>
            <a:ext cx="778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페이지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4D7DE56-6A1C-42B3-B99F-FC4D8CF3D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675" y="139631"/>
            <a:ext cx="522924" cy="273190"/>
          </a:xfrm>
        </p:spPr>
        <p:txBody>
          <a:bodyPr/>
          <a:lstStyle/>
          <a:p>
            <a:fld id="{B526BC13-3CA2-4071-9DBF-2C05346E23DC}" type="slidenum">
              <a:rPr lang="ko-KR" altLang="en-US">
                <a:solidFill>
                  <a:schemeClr val="tx1"/>
                </a:solidFill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pPr/>
              <a:t>4</a:t>
            </a:fld>
            <a:endParaRPr lang="ko-KR" altLang="en-US" dirty="0">
              <a:solidFill>
                <a:schemeClr val="tx1"/>
              </a:solidFill>
              <a:latin typeface="나눔스퀘어_ac Light" panose="020B0600000101010101" pitchFamily="50" charset="-127"/>
              <a:ea typeface="나눔스퀘어_ac Light" panose="020B0600000101010101" pitchFamily="50" charset="-127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4F43A3-8C34-44E4-8B33-2606E969DCA3}"/>
              </a:ext>
            </a:extLst>
          </p:cNvPr>
          <p:cNvSpPr/>
          <p:nvPr/>
        </p:nvSpPr>
        <p:spPr>
          <a:xfrm>
            <a:off x="9237442" y="535686"/>
            <a:ext cx="2832638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CE7F26-49B1-4D08-934E-B962752A3DD1}"/>
              </a:ext>
            </a:extLst>
          </p:cNvPr>
          <p:cNvSpPr txBox="1"/>
          <p:nvPr/>
        </p:nvSpPr>
        <p:spPr>
          <a:xfrm>
            <a:off x="9577484" y="547860"/>
            <a:ext cx="2152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DESCRIPTIONS</a:t>
            </a:r>
            <a:endParaRPr lang="ko-KR" altLang="en-US" sz="12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DC79E9-8C6D-4DC7-88CB-6ECFAE1F3923}"/>
              </a:ext>
            </a:extLst>
          </p:cNvPr>
          <p:cNvSpPr txBox="1"/>
          <p:nvPr/>
        </p:nvSpPr>
        <p:spPr>
          <a:xfrm>
            <a:off x="2781777" y="139630"/>
            <a:ext cx="778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화면 경로</a:t>
            </a:r>
          </a:p>
        </p:txBody>
      </p:sp>
      <p:graphicFrame>
        <p:nvGraphicFramePr>
          <p:cNvPr id="27" name="Table 27">
            <a:extLst>
              <a:ext uri="{FF2B5EF4-FFF2-40B4-BE49-F238E27FC236}">
                <a16:creationId xmlns:a16="http://schemas.microsoft.com/office/drawing/2014/main" id="{CDF26648-3C28-41C1-BBF8-A385550147AD}"/>
              </a:ext>
            </a:extLst>
          </p:cNvPr>
          <p:cNvGraphicFramePr>
            <a:graphicFrameLocks noGrp="1"/>
          </p:cNvGraphicFramePr>
          <p:nvPr/>
        </p:nvGraphicFramePr>
        <p:xfrm>
          <a:off x="9237441" y="832866"/>
          <a:ext cx="2832637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009">
                  <a:extLst>
                    <a:ext uri="{9D8B030D-6E8A-4147-A177-3AD203B41FA5}">
                      <a16:colId xmlns:a16="http://schemas.microsoft.com/office/drawing/2014/main" val="3443435038"/>
                    </a:ext>
                  </a:extLst>
                </a:gridCol>
                <a:gridCol w="2373628">
                  <a:extLst>
                    <a:ext uri="{9D8B030D-6E8A-4147-A177-3AD203B41FA5}">
                      <a16:colId xmlns:a16="http://schemas.microsoft.com/office/drawing/2014/main" val="12043491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공통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286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396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2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437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3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8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4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774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5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68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6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371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7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590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8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440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9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59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10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130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11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946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12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041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13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478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14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337121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3BFE11B5-F96F-4BC6-B0C7-107F836989FD}"/>
              </a:ext>
            </a:extLst>
          </p:cNvPr>
          <p:cNvSpPr/>
          <p:nvPr/>
        </p:nvSpPr>
        <p:spPr>
          <a:xfrm>
            <a:off x="121920" y="535686"/>
            <a:ext cx="8993602" cy="619618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5E4DFE-9D1D-7054-A8CD-A60B3BA77298}"/>
              </a:ext>
            </a:extLst>
          </p:cNvPr>
          <p:cNvSpPr txBox="1"/>
          <p:nvPr/>
        </p:nvSpPr>
        <p:spPr>
          <a:xfrm>
            <a:off x="1045368" y="139630"/>
            <a:ext cx="1643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화면명을 넣어주세요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1CFBE58-40B7-4F1D-86E9-8A4950CAF570}"/>
              </a:ext>
            </a:extLst>
          </p:cNvPr>
          <p:cNvSpPr/>
          <p:nvPr/>
        </p:nvSpPr>
        <p:spPr>
          <a:xfrm>
            <a:off x="844899" y="647986"/>
            <a:ext cx="353746" cy="35374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</a:t>
            </a:r>
            <a:endParaRPr lang="ko-KR" altLang="en-US" sz="12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A2E2A75-C55A-4FC7-A39C-7F9C68282BD7}"/>
              </a:ext>
            </a:extLst>
          </p:cNvPr>
          <p:cNvSpPr/>
          <p:nvPr/>
        </p:nvSpPr>
        <p:spPr>
          <a:xfrm>
            <a:off x="380577" y="647986"/>
            <a:ext cx="353746" cy="35374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</a:t>
            </a:r>
            <a:endParaRPr lang="ko-KR" altLang="en-US" sz="12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6779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F88520-AF1D-4978-8CCB-D75B5A6E5277}"/>
              </a:ext>
            </a:extLst>
          </p:cNvPr>
          <p:cNvSpPr/>
          <p:nvPr/>
        </p:nvSpPr>
        <p:spPr>
          <a:xfrm>
            <a:off x="121920" y="129540"/>
            <a:ext cx="11948160" cy="297180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BE45B3-2200-43D0-BC1D-306D90FBED30}"/>
              </a:ext>
            </a:extLst>
          </p:cNvPr>
          <p:cNvSpPr/>
          <p:nvPr/>
        </p:nvSpPr>
        <p:spPr>
          <a:xfrm>
            <a:off x="121920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8E02B7-FC26-49C2-9359-A9B0964DBED5}"/>
              </a:ext>
            </a:extLst>
          </p:cNvPr>
          <p:cNvSpPr txBox="1"/>
          <p:nvPr/>
        </p:nvSpPr>
        <p:spPr>
          <a:xfrm>
            <a:off x="174308" y="139630"/>
            <a:ext cx="778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화면 명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9039FC-42FD-4198-B470-6E68F950137A}"/>
              </a:ext>
            </a:extLst>
          </p:cNvPr>
          <p:cNvSpPr/>
          <p:nvPr/>
        </p:nvSpPr>
        <p:spPr>
          <a:xfrm>
            <a:off x="2729389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C97611-2048-43D4-9744-E24AD916273A}"/>
              </a:ext>
            </a:extLst>
          </p:cNvPr>
          <p:cNvSpPr/>
          <p:nvPr/>
        </p:nvSpPr>
        <p:spPr>
          <a:xfrm>
            <a:off x="10550043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D42F84-10AF-4819-BF89-14DD0F050865}"/>
              </a:ext>
            </a:extLst>
          </p:cNvPr>
          <p:cNvSpPr txBox="1"/>
          <p:nvPr/>
        </p:nvSpPr>
        <p:spPr>
          <a:xfrm>
            <a:off x="10602431" y="139630"/>
            <a:ext cx="778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페이지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4D7DE56-6A1C-42B3-B99F-FC4D8CF3D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675" y="139631"/>
            <a:ext cx="522924" cy="273190"/>
          </a:xfrm>
        </p:spPr>
        <p:txBody>
          <a:bodyPr/>
          <a:lstStyle/>
          <a:p>
            <a:fld id="{B526BC13-3CA2-4071-9DBF-2C05346E23DC}" type="slidenum">
              <a:rPr lang="ko-KR" altLang="en-US">
                <a:solidFill>
                  <a:schemeClr val="tx1"/>
                </a:solidFill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pPr/>
              <a:t>5</a:t>
            </a:fld>
            <a:endParaRPr lang="ko-KR" altLang="en-US" dirty="0">
              <a:solidFill>
                <a:schemeClr val="tx1"/>
              </a:solidFill>
              <a:latin typeface="나눔스퀘어_ac Light" panose="020B0600000101010101" pitchFamily="50" charset="-127"/>
              <a:ea typeface="나눔스퀘어_ac Light" panose="020B0600000101010101" pitchFamily="50" charset="-127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4F43A3-8C34-44E4-8B33-2606E969DCA3}"/>
              </a:ext>
            </a:extLst>
          </p:cNvPr>
          <p:cNvSpPr/>
          <p:nvPr/>
        </p:nvSpPr>
        <p:spPr>
          <a:xfrm>
            <a:off x="9237442" y="535686"/>
            <a:ext cx="2832638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CE7F26-49B1-4D08-934E-B962752A3DD1}"/>
              </a:ext>
            </a:extLst>
          </p:cNvPr>
          <p:cNvSpPr txBox="1"/>
          <p:nvPr/>
        </p:nvSpPr>
        <p:spPr>
          <a:xfrm>
            <a:off x="9577484" y="547860"/>
            <a:ext cx="2152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DESCRIPTIONS</a:t>
            </a:r>
            <a:endParaRPr lang="ko-KR" altLang="en-US" sz="12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DC79E9-8C6D-4DC7-88CB-6ECFAE1F3923}"/>
              </a:ext>
            </a:extLst>
          </p:cNvPr>
          <p:cNvSpPr txBox="1"/>
          <p:nvPr/>
        </p:nvSpPr>
        <p:spPr>
          <a:xfrm>
            <a:off x="2781777" y="139630"/>
            <a:ext cx="778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화면 경로</a:t>
            </a:r>
          </a:p>
        </p:txBody>
      </p:sp>
      <p:graphicFrame>
        <p:nvGraphicFramePr>
          <p:cNvPr id="27" name="Table 27">
            <a:extLst>
              <a:ext uri="{FF2B5EF4-FFF2-40B4-BE49-F238E27FC236}">
                <a16:creationId xmlns:a16="http://schemas.microsoft.com/office/drawing/2014/main" id="{CDF26648-3C28-41C1-BBF8-A385550147AD}"/>
              </a:ext>
            </a:extLst>
          </p:cNvPr>
          <p:cNvGraphicFramePr>
            <a:graphicFrameLocks noGrp="1"/>
          </p:cNvGraphicFramePr>
          <p:nvPr/>
        </p:nvGraphicFramePr>
        <p:xfrm>
          <a:off x="9237441" y="832866"/>
          <a:ext cx="2832637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009">
                  <a:extLst>
                    <a:ext uri="{9D8B030D-6E8A-4147-A177-3AD203B41FA5}">
                      <a16:colId xmlns:a16="http://schemas.microsoft.com/office/drawing/2014/main" val="3443435038"/>
                    </a:ext>
                  </a:extLst>
                </a:gridCol>
                <a:gridCol w="2373628">
                  <a:extLst>
                    <a:ext uri="{9D8B030D-6E8A-4147-A177-3AD203B41FA5}">
                      <a16:colId xmlns:a16="http://schemas.microsoft.com/office/drawing/2014/main" val="12043491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공통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286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396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2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437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3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8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4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774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5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68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6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371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7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590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8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440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9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59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10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130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11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946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12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041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13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478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14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337121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3BFE11B5-F96F-4BC6-B0C7-107F836989FD}"/>
              </a:ext>
            </a:extLst>
          </p:cNvPr>
          <p:cNvSpPr/>
          <p:nvPr/>
        </p:nvSpPr>
        <p:spPr>
          <a:xfrm>
            <a:off x="121920" y="535686"/>
            <a:ext cx="8993602" cy="619618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5E4DFE-9D1D-7054-A8CD-A60B3BA77298}"/>
              </a:ext>
            </a:extLst>
          </p:cNvPr>
          <p:cNvSpPr txBox="1"/>
          <p:nvPr/>
        </p:nvSpPr>
        <p:spPr>
          <a:xfrm>
            <a:off x="1045368" y="139630"/>
            <a:ext cx="1643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화면명을 넣어주세요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1CFBE58-40B7-4F1D-86E9-8A4950CAF570}"/>
              </a:ext>
            </a:extLst>
          </p:cNvPr>
          <p:cNvSpPr/>
          <p:nvPr/>
        </p:nvSpPr>
        <p:spPr>
          <a:xfrm>
            <a:off x="844899" y="647986"/>
            <a:ext cx="353746" cy="35374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</a:t>
            </a:r>
            <a:endParaRPr lang="ko-KR" altLang="en-US" sz="12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A2E2A75-C55A-4FC7-A39C-7F9C68282BD7}"/>
              </a:ext>
            </a:extLst>
          </p:cNvPr>
          <p:cNvSpPr/>
          <p:nvPr/>
        </p:nvSpPr>
        <p:spPr>
          <a:xfrm>
            <a:off x="380577" y="647986"/>
            <a:ext cx="353746" cy="35374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</a:t>
            </a:r>
            <a:endParaRPr lang="ko-KR" altLang="en-US" sz="12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7975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F88520-AF1D-4978-8CCB-D75B5A6E5277}"/>
              </a:ext>
            </a:extLst>
          </p:cNvPr>
          <p:cNvSpPr/>
          <p:nvPr/>
        </p:nvSpPr>
        <p:spPr>
          <a:xfrm>
            <a:off x="121920" y="129540"/>
            <a:ext cx="11948160" cy="297180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BE45B3-2200-43D0-BC1D-306D90FBED30}"/>
              </a:ext>
            </a:extLst>
          </p:cNvPr>
          <p:cNvSpPr/>
          <p:nvPr/>
        </p:nvSpPr>
        <p:spPr>
          <a:xfrm>
            <a:off x="121920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8E02B7-FC26-49C2-9359-A9B0964DBED5}"/>
              </a:ext>
            </a:extLst>
          </p:cNvPr>
          <p:cNvSpPr txBox="1"/>
          <p:nvPr/>
        </p:nvSpPr>
        <p:spPr>
          <a:xfrm>
            <a:off x="174308" y="139630"/>
            <a:ext cx="778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화면 명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9039FC-42FD-4198-B470-6E68F950137A}"/>
              </a:ext>
            </a:extLst>
          </p:cNvPr>
          <p:cNvSpPr/>
          <p:nvPr/>
        </p:nvSpPr>
        <p:spPr>
          <a:xfrm>
            <a:off x="2729389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C97611-2048-43D4-9744-E24AD916273A}"/>
              </a:ext>
            </a:extLst>
          </p:cNvPr>
          <p:cNvSpPr/>
          <p:nvPr/>
        </p:nvSpPr>
        <p:spPr>
          <a:xfrm>
            <a:off x="10550043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D42F84-10AF-4819-BF89-14DD0F050865}"/>
              </a:ext>
            </a:extLst>
          </p:cNvPr>
          <p:cNvSpPr txBox="1"/>
          <p:nvPr/>
        </p:nvSpPr>
        <p:spPr>
          <a:xfrm>
            <a:off x="10602431" y="139630"/>
            <a:ext cx="778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페이지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4D7DE56-6A1C-42B3-B99F-FC4D8CF3D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675" y="139631"/>
            <a:ext cx="522924" cy="273190"/>
          </a:xfrm>
        </p:spPr>
        <p:txBody>
          <a:bodyPr/>
          <a:lstStyle/>
          <a:p>
            <a:fld id="{B526BC13-3CA2-4071-9DBF-2C05346E23DC}" type="slidenum">
              <a:rPr lang="ko-KR" altLang="en-US">
                <a:solidFill>
                  <a:schemeClr val="tx1"/>
                </a:solidFill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pPr/>
              <a:t>6</a:t>
            </a:fld>
            <a:endParaRPr lang="ko-KR" altLang="en-US" dirty="0">
              <a:solidFill>
                <a:schemeClr val="tx1"/>
              </a:solidFill>
              <a:latin typeface="나눔스퀘어_ac Light" panose="020B0600000101010101" pitchFamily="50" charset="-127"/>
              <a:ea typeface="나눔스퀘어_ac Light" panose="020B0600000101010101" pitchFamily="50" charset="-127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4F43A3-8C34-44E4-8B33-2606E969DCA3}"/>
              </a:ext>
            </a:extLst>
          </p:cNvPr>
          <p:cNvSpPr/>
          <p:nvPr/>
        </p:nvSpPr>
        <p:spPr>
          <a:xfrm>
            <a:off x="9237442" y="535686"/>
            <a:ext cx="2832638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CE7F26-49B1-4D08-934E-B962752A3DD1}"/>
              </a:ext>
            </a:extLst>
          </p:cNvPr>
          <p:cNvSpPr txBox="1"/>
          <p:nvPr/>
        </p:nvSpPr>
        <p:spPr>
          <a:xfrm>
            <a:off x="9577484" y="547860"/>
            <a:ext cx="2152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DESCRIPTIONS</a:t>
            </a:r>
            <a:endParaRPr lang="ko-KR" altLang="en-US" sz="12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DC79E9-8C6D-4DC7-88CB-6ECFAE1F3923}"/>
              </a:ext>
            </a:extLst>
          </p:cNvPr>
          <p:cNvSpPr txBox="1"/>
          <p:nvPr/>
        </p:nvSpPr>
        <p:spPr>
          <a:xfrm>
            <a:off x="2781777" y="139630"/>
            <a:ext cx="778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화면 경로</a:t>
            </a:r>
          </a:p>
        </p:txBody>
      </p:sp>
      <p:graphicFrame>
        <p:nvGraphicFramePr>
          <p:cNvPr id="27" name="Table 27">
            <a:extLst>
              <a:ext uri="{FF2B5EF4-FFF2-40B4-BE49-F238E27FC236}">
                <a16:creationId xmlns:a16="http://schemas.microsoft.com/office/drawing/2014/main" id="{CDF26648-3C28-41C1-BBF8-A385550147AD}"/>
              </a:ext>
            </a:extLst>
          </p:cNvPr>
          <p:cNvGraphicFramePr>
            <a:graphicFrameLocks noGrp="1"/>
          </p:cNvGraphicFramePr>
          <p:nvPr/>
        </p:nvGraphicFramePr>
        <p:xfrm>
          <a:off x="9237441" y="832866"/>
          <a:ext cx="2832637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009">
                  <a:extLst>
                    <a:ext uri="{9D8B030D-6E8A-4147-A177-3AD203B41FA5}">
                      <a16:colId xmlns:a16="http://schemas.microsoft.com/office/drawing/2014/main" val="3443435038"/>
                    </a:ext>
                  </a:extLst>
                </a:gridCol>
                <a:gridCol w="2373628">
                  <a:extLst>
                    <a:ext uri="{9D8B030D-6E8A-4147-A177-3AD203B41FA5}">
                      <a16:colId xmlns:a16="http://schemas.microsoft.com/office/drawing/2014/main" val="12043491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공통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286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396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2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437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3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8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4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774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5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68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6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371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7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590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8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440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9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59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10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130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11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946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12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041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13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478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14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337121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3BFE11B5-F96F-4BC6-B0C7-107F836989FD}"/>
              </a:ext>
            </a:extLst>
          </p:cNvPr>
          <p:cNvSpPr/>
          <p:nvPr/>
        </p:nvSpPr>
        <p:spPr>
          <a:xfrm>
            <a:off x="121920" y="535686"/>
            <a:ext cx="8993602" cy="619618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5E4DFE-9D1D-7054-A8CD-A60B3BA77298}"/>
              </a:ext>
            </a:extLst>
          </p:cNvPr>
          <p:cNvSpPr txBox="1"/>
          <p:nvPr/>
        </p:nvSpPr>
        <p:spPr>
          <a:xfrm>
            <a:off x="1045368" y="139630"/>
            <a:ext cx="1643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화면명을 넣어주세요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1CFBE58-40B7-4F1D-86E9-8A4950CAF570}"/>
              </a:ext>
            </a:extLst>
          </p:cNvPr>
          <p:cNvSpPr/>
          <p:nvPr/>
        </p:nvSpPr>
        <p:spPr>
          <a:xfrm>
            <a:off x="844899" y="647986"/>
            <a:ext cx="353746" cy="35374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</a:t>
            </a:r>
            <a:endParaRPr lang="ko-KR" altLang="en-US" sz="12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A2E2A75-C55A-4FC7-A39C-7F9C68282BD7}"/>
              </a:ext>
            </a:extLst>
          </p:cNvPr>
          <p:cNvSpPr/>
          <p:nvPr/>
        </p:nvSpPr>
        <p:spPr>
          <a:xfrm>
            <a:off x="380577" y="647986"/>
            <a:ext cx="353746" cy="35374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</a:t>
            </a:r>
            <a:endParaRPr lang="ko-KR" altLang="en-US" sz="12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0780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F88520-AF1D-4978-8CCB-D75B5A6E5277}"/>
              </a:ext>
            </a:extLst>
          </p:cNvPr>
          <p:cNvSpPr/>
          <p:nvPr/>
        </p:nvSpPr>
        <p:spPr>
          <a:xfrm>
            <a:off x="121920" y="129540"/>
            <a:ext cx="11948160" cy="297180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BE45B3-2200-43D0-BC1D-306D90FBED30}"/>
              </a:ext>
            </a:extLst>
          </p:cNvPr>
          <p:cNvSpPr/>
          <p:nvPr/>
        </p:nvSpPr>
        <p:spPr>
          <a:xfrm>
            <a:off x="121920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8E02B7-FC26-49C2-9359-A9B0964DBED5}"/>
              </a:ext>
            </a:extLst>
          </p:cNvPr>
          <p:cNvSpPr txBox="1"/>
          <p:nvPr/>
        </p:nvSpPr>
        <p:spPr>
          <a:xfrm>
            <a:off x="174308" y="139630"/>
            <a:ext cx="778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화면 명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9039FC-42FD-4198-B470-6E68F950137A}"/>
              </a:ext>
            </a:extLst>
          </p:cNvPr>
          <p:cNvSpPr/>
          <p:nvPr/>
        </p:nvSpPr>
        <p:spPr>
          <a:xfrm>
            <a:off x="2729389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C97611-2048-43D4-9744-E24AD916273A}"/>
              </a:ext>
            </a:extLst>
          </p:cNvPr>
          <p:cNvSpPr/>
          <p:nvPr/>
        </p:nvSpPr>
        <p:spPr>
          <a:xfrm>
            <a:off x="10550043" y="129540"/>
            <a:ext cx="871061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D42F84-10AF-4819-BF89-14DD0F050865}"/>
              </a:ext>
            </a:extLst>
          </p:cNvPr>
          <p:cNvSpPr txBox="1"/>
          <p:nvPr/>
        </p:nvSpPr>
        <p:spPr>
          <a:xfrm>
            <a:off x="10602431" y="139630"/>
            <a:ext cx="778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페이지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4D7DE56-6A1C-42B3-B99F-FC4D8CF3D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675" y="139631"/>
            <a:ext cx="522924" cy="273190"/>
          </a:xfrm>
        </p:spPr>
        <p:txBody>
          <a:bodyPr/>
          <a:lstStyle/>
          <a:p>
            <a:fld id="{B526BC13-3CA2-4071-9DBF-2C05346E23DC}" type="slidenum">
              <a:rPr lang="ko-KR" altLang="en-US">
                <a:solidFill>
                  <a:schemeClr val="tx1"/>
                </a:solidFill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pPr/>
              <a:t>7</a:t>
            </a:fld>
            <a:endParaRPr lang="ko-KR" altLang="en-US" dirty="0">
              <a:solidFill>
                <a:schemeClr val="tx1"/>
              </a:solidFill>
              <a:latin typeface="나눔스퀘어_ac Light" panose="020B0600000101010101" pitchFamily="50" charset="-127"/>
              <a:ea typeface="나눔스퀘어_ac Light" panose="020B0600000101010101" pitchFamily="50" charset="-127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4F43A3-8C34-44E4-8B33-2606E969DCA3}"/>
              </a:ext>
            </a:extLst>
          </p:cNvPr>
          <p:cNvSpPr/>
          <p:nvPr/>
        </p:nvSpPr>
        <p:spPr>
          <a:xfrm>
            <a:off x="9237442" y="535686"/>
            <a:ext cx="2832638" cy="297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CE7F26-49B1-4D08-934E-B962752A3DD1}"/>
              </a:ext>
            </a:extLst>
          </p:cNvPr>
          <p:cNvSpPr txBox="1"/>
          <p:nvPr/>
        </p:nvSpPr>
        <p:spPr>
          <a:xfrm>
            <a:off x="9577484" y="547860"/>
            <a:ext cx="2152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DESCRIPTIONS</a:t>
            </a:r>
            <a:endParaRPr lang="ko-KR" altLang="en-US" sz="12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DC79E9-8C6D-4DC7-88CB-6ECFAE1F3923}"/>
              </a:ext>
            </a:extLst>
          </p:cNvPr>
          <p:cNvSpPr txBox="1"/>
          <p:nvPr/>
        </p:nvSpPr>
        <p:spPr>
          <a:xfrm>
            <a:off x="2781777" y="139630"/>
            <a:ext cx="778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화면 경로</a:t>
            </a:r>
          </a:p>
        </p:txBody>
      </p:sp>
      <p:graphicFrame>
        <p:nvGraphicFramePr>
          <p:cNvPr id="27" name="Table 27">
            <a:extLst>
              <a:ext uri="{FF2B5EF4-FFF2-40B4-BE49-F238E27FC236}">
                <a16:creationId xmlns:a16="http://schemas.microsoft.com/office/drawing/2014/main" id="{CDF26648-3C28-41C1-BBF8-A385550147AD}"/>
              </a:ext>
            </a:extLst>
          </p:cNvPr>
          <p:cNvGraphicFramePr>
            <a:graphicFrameLocks noGrp="1"/>
          </p:cNvGraphicFramePr>
          <p:nvPr/>
        </p:nvGraphicFramePr>
        <p:xfrm>
          <a:off x="9237441" y="832866"/>
          <a:ext cx="2832637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009">
                  <a:extLst>
                    <a:ext uri="{9D8B030D-6E8A-4147-A177-3AD203B41FA5}">
                      <a16:colId xmlns:a16="http://schemas.microsoft.com/office/drawing/2014/main" val="3443435038"/>
                    </a:ext>
                  </a:extLst>
                </a:gridCol>
                <a:gridCol w="2373628">
                  <a:extLst>
                    <a:ext uri="{9D8B030D-6E8A-4147-A177-3AD203B41FA5}">
                      <a16:colId xmlns:a16="http://schemas.microsoft.com/office/drawing/2014/main" val="12043491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공통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286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396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2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437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3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8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4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774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5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68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6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371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7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590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8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440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9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59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10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130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11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946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12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041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13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478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  <a:cs typeface="+mn-cs"/>
                        </a:rPr>
                        <a:t>14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337121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3BFE11B5-F96F-4BC6-B0C7-107F836989FD}"/>
              </a:ext>
            </a:extLst>
          </p:cNvPr>
          <p:cNvSpPr/>
          <p:nvPr/>
        </p:nvSpPr>
        <p:spPr>
          <a:xfrm>
            <a:off x="121920" y="535686"/>
            <a:ext cx="8993602" cy="619618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5E4DFE-9D1D-7054-A8CD-A60B3BA77298}"/>
              </a:ext>
            </a:extLst>
          </p:cNvPr>
          <p:cNvSpPr txBox="1"/>
          <p:nvPr/>
        </p:nvSpPr>
        <p:spPr>
          <a:xfrm>
            <a:off x="1045368" y="139630"/>
            <a:ext cx="1643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화면명을 넣어주세요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1CFBE58-40B7-4F1D-86E9-8A4950CAF570}"/>
              </a:ext>
            </a:extLst>
          </p:cNvPr>
          <p:cNvSpPr/>
          <p:nvPr/>
        </p:nvSpPr>
        <p:spPr>
          <a:xfrm>
            <a:off x="844899" y="647986"/>
            <a:ext cx="353746" cy="35374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</a:t>
            </a:r>
            <a:endParaRPr lang="ko-KR" altLang="en-US" sz="12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A2E2A75-C55A-4FC7-A39C-7F9C68282BD7}"/>
              </a:ext>
            </a:extLst>
          </p:cNvPr>
          <p:cNvSpPr/>
          <p:nvPr/>
        </p:nvSpPr>
        <p:spPr>
          <a:xfrm>
            <a:off x="380577" y="647986"/>
            <a:ext cx="353746" cy="35374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</a:t>
            </a:r>
            <a:endParaRPr lang="ko-KR" altLang="en-US" sz="12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7906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</TotalTime>
  <Words>206</Words>
  <Application>Microsoft Office PowerPoint</Application>
  <PresentationFormat>Widescreen</PresentationFormat>
  <Paragraphs>167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나눔스퀘어_ac</vt:lpstr>
      <vt:lpstr>나눔스퀘어_ac ExtraBold</vt:lpstr>
      <vt:lpstr>나눔스퀘어_ac Light</vt:lpstr>
      <vt:lpstr>맑은 고딕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조 연경</dc:creator>
  <cp:lastModifiedBy>조 연경</cp:lastModifiedBy>
  <cp:revision>103</cp:revision>
  <dcterms:created xsi:type="dcterms:W3CDTF">2022-01-21T03:06:55Z</dcterms:created>
  <dcterms:modified xsi:type="dcterms:W3CDTF">2023-01-16T09:14:42Z</dcterms:modified>
</cp:coreProperties>
</file>